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1" charset="1" panose="020B0606030504020204"/>
      <p:regular r:id="rId12"/>
    </p:embeddedFont>
    <p:embeddedFont>
      <p:font typeface="Open Sans 2" charset="1" panose="00000000000000000000"/>
      <p:regular r:id="rId13"/>
    </p:embeddedFont>
    <p:embeddedFont>
      <p:font typeface="Open Sans 2 Bold" charset="1" panose="00000000000000000000"/>
      <p:regular r:id="rId14"/>
    </p:embeddedFont>
    <p:embeddedFont>
      <p:font typeface="Noto Sans Arabic" charset="1" panose="020B050204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svg" Type="http://schemas.openxmlformats.org/officeDocument/2006/relationships/image"/><Relationship Id="rId7" Target="../media/image16.svg" Type="http://schemas.openxmlformats.org/officeDocument/2006/relationships/image"/><Relationship Id="rId8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163" y="4554871"/>
            <a:ext cx="8237321" cy="3322315"/>
          </a:xfrm>
          <a:custGeom>
            <a:avLst/>
            <a:gdLst/>
            <a:ahLst/>
            <a:cxnLst/>
            <a:rect r="r" b="b" t="t" l="l"/>
            <a:pathLst>
              <a:path h="3322315" w="8237321">
                <a:moveTo>
                  <a:pt x="0" y="0"/>
                </a:moveTo>
                <a:lnTo>
                  <a:pt x="8237321" y="0"/>
                </a:lnTo>
                <a:lnTo>
                  <a:pt x="8237321" y="3322315"/>
                </a:lnTo>
                <a:lnTo>
                  <a:pt x="0" y="3322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79501" y="4554871"/>
            <a:ext cx="8237321" cy="3322315"/>
            <a:chOff x="0" y="0"/>
            <a:chExt cx="5156200" cy="20796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373" y="63500"/>
              <a:ext cx="5029454" cy="1952752"/>
            </a:xfrm>
            <a:custGeom>
              <a:avLst/>
              <a:gdLst/>
              <a:ahLst/>
              <a:cxnLst/>
              <a:rect r="r" b="b" t="t" l="l"/>
              <a:pathLst>
                <a:path h="1952752" w="5029454">
                  <a:moveTo>
                    <a:pt x="127" y="19311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931162"/>
                  </a:lnTo>
                  <a:cubicBezTo>
                    <a:pt x="5029454" y="1933956"/>
                    <a:pt x="5028946" y="1936750"/>
                    <a:pt x="5027803" y="1939417"/>
                  </a:cubicBezTo>
                  <a:cubicBezTo>
                    <a:pt x="5026660" y="1942084"/>
                    <a:pt x="5025136" y="1944370"/>
                    <a:pt x="5023104" y="1946402"/>
                  </a:cubicBezTo>
                  <a:cubicBezTo>
                    <a:pt x="5021072" y="1948434"/>
                    <a:pt x="5018786" y="1949958"/>
                    <a:pt x="5016119" y="1951101"/>
                  </a:cubicBezTo>
                  <a:cubicBezTo>
                    <a:pt x="5013452" y="1952244"/>
                    <a:pt x="5010785" y="1952752"/>
                    <a:pt x="5007864" y="1952752"/>
                  </a:cubicBezTo>
                  <a:lnTo>
                    <a:pt x="21590" y="1952752"/>
                  </a:lnTo>
                  <a:cubicBezTo>
                    <a:pt x="18796" y="1952752"/>
                    <a:pt x="16002" y="1952244"/>
                    <a:pt x="13335" y="1951101"/>
                  </a:cubicBezTo>
                  <a:cubicBezTo>
                    <a:pt x="10668" y="1949958"/>
                    <a:pt x="8382" y="1948434"/>
                    <a:pt x="6350" y="1946402"/>
                  </a:cubicBezTo>
                  <a:cubicBezTo>
                    <a:pt x="4318" y="1944370"/>
                    <a:pt x="2794" y="1942084"/>
                    <a:pt x="1651" y="1939417"/>
                  </a:cubicBezTo>
                  <a:cubicBezTo>
                    <a:pt x="508" y="1936750"/>
                    <a:pt x="0" y="1934083"/>
                    <a:pt x="0" y="1931162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34950" y="235077"/>
              <a:ext cx="514096" cy="514096"/>
            </a:xfrm>
            <a:custGeom>
              <a:avLst/>
              <a:gdLst/>
              <a:ahLst/>
              <a:cxnLst/>
              <a:rect r="r" b="b" t="t" l="l"/>
              <a:pathLst>
                <a:path h="514096" w="514096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812" y="381"/>
                    <a:pt x="282194" y="1270"/>
                  </a:cubicBezTo>
                  <a:cubicBezTo>
                    <a:pt x="290576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184"/>
                  </a:cubicBezTo>
                  <a:cubicBezTo>
                    <a:pt x="444881" y="81026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048"/>
                  </a:cubicBezTo>
                  <a:cubicBezTo>
                    <a:pt x="514096" y="265430"/>
                    <a:pt x="513715" y="273812"/>
                    <a:pt x="512826" y="282194"/>
                  </a:cubicBezTo>
                  <a:cubicBezTo>
                    <a:pt x="511937" y="290576"/>
                    <a:pt x="510794" y="298958"/>
                    <a:pt x="509143" y="307213"/>
                  </a:cubicBezTo>
                  <a:cubicBezTo>
                    <a:pt x="507492" y="315468"/>
                    <a:pt x="505460" y="323596"/>
                    <a:pt x="503047" y="331724"/>
                  </a:cubicBezTo>
                  <a:cubicBezTo>
                    <a:pt x="500634" y="339852"/>
                    <a:pt x="497713" y="347726"/>
                    <a:pt x="494538" y="355473"/>
                  </a:cubicBezTo>
                  <a:cubicBezTo>
                    <a:pt x="491363" y="363220"/>
                    <a:pt x="487680" y="370840"/>
                    <a:pt x="483743" y="378333"/>
                  </a:cubicBezTo>
                  <a:cubicBezTo>
                    <a:pt x="479806" y="385826"/>
                    <a:pt x="475488" y="392938"/>
                    <a:pt x="470789" y="399923"/>
                  </a:cubicBezTo>
                  <a:cubicBezTo>
                    <a:pt x="466090" y="406908"/>
                    <a:pt x="461137" y="413639"/>
                    <a:pt x="455803" y="420243"/>
                  </a:cubicBezTo>
                  <a:cubicBezTo>
                    <a:pt x="450469" y="426847"/>
                    <a:pt x="444754" y="432943"/>
                    <a:pt x="438912" y="438912"/>
                  </a:cubicBezTo>
                  <a:cubicBezTo>
                    <a:pt x="433070" y="444881"/>
                    <a:pt x="426720" y="450469"/>
                    <a:pt x="420243" y="455803"/>
                  </a:cubicBezTo>
                  <a:cubicBezTo>
                    <a:pt x="413766" y="461137"/>
                    <a:pt x="407035" y="466217"/>
                    <a:pt x="399923" y="470789"/>
                  </a:cubicBezTo>
                  <a:cubicBezTo>
                    <a:pt x="392811" y="475361"/>
                    <a:pt x="385699" y="479806"/>
                    <a:pt x="378333" y="483743"/>
                  </a:cubicBezTo>
                  <a:cubicBezTo>
                    <a:pt x="370967" y="487680"/>
                    <a:pt x="363347" y="491363"/>
                    <a:pt x="355473" y="494538"/>
                  </a:cubicBezTo>
                  <a:cubicBezTo>
                    <a:pt x="347599" y="497713"/>
                    <a:pt x="339725" y="500634"/>
                    <a:pt x="331724" y="503047"/>
                  </a:cubicBezTo>
                  <a:cubicBezTo>
                    <a:pt x="323723" y="505460"/>
                    <a:pt x="315468" y="507492"/>
                    <a:pt x="307213" y="509143"/>
                  </a:cubicBezTo>
                  <a:cubicBezTo>
                    <a:pt x="298958" y="510794"/>
                    <a:pt x="290576" y="512064"/>
                    <a:pt x="282194" y="512826"/>
                  </a:cubicBezTo>
                  <a:cubicBezTo>
                    <a:pt x="273812" y="513588"/>
                    <a:pt x="265430" y="514096"/>
                    <a:pt x="257048" y="514096"/>
                  </a:cubicBezTo>
                  <a:cubicBezTo>
                    <a:pt x="248666" y="514096"/>
                    <a:pt x="240284" y="513715"/>
                    <a:pt x="231902" y="512826"/>
                  </a:cubicBezTo>
                  <a:cubicBezTo>
                    <a:pt x="223520" y="511937"/>
                    <a:pt x="215138" y="510794"/>
                    <a:pt x="206883" y="509143"/>
                  </a:cubicBezTo>
                  <a:cubicBezTo>
                    <a:pt x="198628" y="507492"/>
                    <a:pt x="190500" y="505460"/>
                    <a:pt x="182372" y="503047"/>
                  </a:cubicBezTo>
                  <a:cubicBezTo>
                    <a:pt x="174244" y="500634"/>
                    <a:pt x="166370" y="497713"/>
                    <a:pt x="158623" y="494538"/>
                  </a:cubicBezTo>
                  <a:cubicBezTo>
                    <a:pt x="150876" y="491363"/>
                    <a:pt x="143256" y="487680"/>
                    <a:pt x="135763" y="483743"/>
                  </a:cubicBezTo>
                  <a:cubicBezTo>
                    <a:pt x="128270" y="479806"/>
                    <a:pt x="121158" y="475488"/>
                    <a:pt x="114173" y="470789"/>
                  </a:cubicBezTo>
                  <a:cubicBezTo>
                    <a:pt x="107188" y="466090"/>
                    <a:pt x="100457" y="461137"/>
                    <a:pt x="93853" y="455803"/>
                  </a:cubicBezTo>
                  <a:cubicBezTo>
                    <a:pt x="87249" y="450469"/>
                    <a:pt x="81153" y="444754"/>
                    <a:pt x="75184" y="438912"/>
                  </a:cubicBezTo>
                  <a:cubicBezTo>
                    <a:pt x="69215" y="433070"/>
                    <a:pt x="63627" y="426720"/>
                    <a:pt x="58293" y="420243"/>
                  </a:cubicBezTo>
                  <a:cubicBezTo>
                    <a:pt x="52959" y="413766"/>
                    <a:pt x="47879" y="407035"/>
                    <a:pt x="43307" y="399923"/>
                  </a:cubicBezTo>
                  <a:cubicBezTo>
                    <a:pt x="38735" y="392811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576"/>
                    <a:pt x="1270" y="282194"/>
                  </a:cubicBezTo>
                  <a:cubicBezTo>
                    <a:pt x="508" y="273812"/>
                    <a:pt x="0" y="265430"/>
                    <a:pt x="0" y="257048"/>
                  </a:cubicBezTo>
                  <a:close/>
                </a:path>
              </a:pathLst>
            </a:custGeom>
            <a:solidFill>
              <a:srgbClr val="F5F54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24501" y="507178"/>
              <a:ext cx="12887" cy="60258"/>
            </a:xfrm>
            <a:custGeom>
              <a:avLst/>
              <a:gdLst/>
              <a:ahLst/>
              <a:cxnLst/>
              <a:rect r="r" b="b" t="t" l="l"/>
              <a:pathLst>
                <a:path h="60258" w="12887">
                  <a:moveTo>
                    <a:pt x="2600" y="55178"/>
                  </a:moveTo>
                  <a:cubicBezTo>
                    <a:pt x="2473" y="50987"/>
                    <a:pt x="2473" y="41716"/>
                    <a:pt x="2346" y="33080"/>
                  </a:cubicBezTo>
                  <a:cubicBezTo>
                    <a:pt x="2346" y="25079"/>
                    <a:pt x="2219" y="17459"/>
                    <a:pt x="2219" y="14284"/>
                  </a:cubicBezTo>
                  <a:cubicBezTo>
                    <a:pt x="2219" y="13522"/>
                    <a:pt x="2219" y="13141"/>
                    <a:pt x="2219" y="13141"/>
                  </a:cubicBezTo>
                  <a:lnTo>
                    <a:pt x="7426" y="12760"/>
                  </a:lnTo>
                  <a:lnTo>
                    <a:pt x="2219" y="13649"/>
                  </a:lnTo>
                  <a:cubicBezTo>
                    <a:pt x="1711" y="10982"/>
                    <a:pt x="1076" y="8696"/>
                    <a:pt x="441" y="7299"/>
                  </a:cubicBezTo>
                  <a:cubicBezTo>
                    <a:pt x="-702" y="4632"/>
                    <a:pt x="441" y="1584"/>
                    <a:pt x="3108" y="441"/>
                  </a:cubicBezTo>
                  <a:cubicBezTo>
                    <a:pt x="5775" y="-702"/>
                    <a:pt x="8823" y="441"/>
                    <a:pt x="9966" y="3108"/>
                  </a:cubicBezTo>
                  <a:cubicBezTo>
                    <a:pt x="10982" y="5394"/>
                    <a:pt x="11871" y="8569"/>
                    <a:pt x="12506" y="11871"/>
                  </a:cubicBezTo>
                  <a:cubicBezTo>
                    <a:pt x="12506" y="11998"/>
                    <a:pt x="12506" y="12252"/>
                    <a:pt x="12506" y="12379"/>
                  </a:cubicBezTo>
                  <a:cubicBezTo>
                    <a:pt x="12506" y="12760"/>
                    <a:pt x="12506" y="13395"/>
                    <a:pt x="12506" y="14030"/>
                  </a:cubicBezTo>
                  <a:cubicBezTo>
                    <a:pt x="12633" y="17332"/>
                    <a:pt x="12633" y="25079"/>
                    <a:pt x="12633" y="32953"/>
                  </a:cubicBezTo>
                  <a:cubicBezTo>
                    <a:pt x="12633" y="41716"/>
                    <a:pt x="12760" y="50733"/>
                    <a:pt x="12887" y="54924"/>
                  </a:cubicBezTo>
                  <a:cubicBezTo>
                    <a:pt x="12887" y="57845"/>
                    <a:pt x="10601" y="60258"/>
                    <a:pt x="7807" y="60258"/>
                  </a:cubicBezTo>
                  <a:cubicBezTo>
                    <a:pt x="5013" y="60258"/>
                    <a:pt x="2473" y="57972"/>
                    <a:pt x="2473" y="5517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74457" y="506236"/>
              <a:ext cx="13387" cy="99975"/>
            </a:xfrm>
            <a:custGeom>
              <a:avLst/>
              <a:gdLst/>
              <a:ahLst/>
              <a:cxnLst/>
              <a:rect r="r" b="b" t="t" l="l"/>
              <a:pathLst>
                <a:path h="99975" w="13387">
                  <a:moveTo>
                    <a:pt x="12766" y="7860"/>
                  </a:moveTo>
                  <a:cubicBezTo>
                    <a:pt x="11750" y="9765"/>
                    <a:pt x="10988" y="11797"/>
                    <a:pt x="10480" y="14210"/>
                  </a:cubicBezTo>
                  <a:lnTo>
                    <a:pt x="5273" y="13321"/>
                  </a:lnTo>
                  <a:lnTo>
                    <a:pt x="10480" y="13575"/>
                  </a:lnTo>
                  <a:cubicBezTo>
                    <a:pt x="10353" y="17385"/>
                    <a:pt x="10353" y="84568"/>
                    <a:pt x="10988" y="90029"/>
                  </a:cubicBezTo>
                  <a:lnTo>
                    <a:pt x="5781" y="90537"/>
                  </a:lnTo>
                  <a:lnTo>
                    <a:pt x="10861" y="89140"/>
                  </a:lnTo>
                  <a:cubicBezTo>
                    <a:pt x="11369" y="90664"/>
                    <a:pt x="11750" y="91934"/>
                    <a:pt x="12004" y="92696"/>
                  </a:cubicBezTo>
                  <a:cubicBezTo>
                    <a:pt x="13147" y="95363"/>
                    <a:pt x="11877" y="98411"/>
                    <a:pt x="9210" y="99554"/>
                  </a:cubicBezTo>
                  <a:cubicBezTo>
                    <a:pt x="6543" y="100697"/>
                    <a:pt x="3495" y="99427"/>
                    <a:pt x="2352" y="96760"/>
                  </a:cubicBezTo>
                  <a:cubicBezTo>
                    <a:pt x="1717" y="95363"/>
                    <a:pt x="1209" y="93839"/>
                    <a:pt x="701" y="91934"/>
                  </a:cubicBezTo>
                  <a:cubicBezTo>
                    <a:pt x="574" y="91680"/>
                    <a:pt x="574" y="91299"/>
                    <a:pt x="574" y="91045"/>
                  </a:cubicBezTo>
                  <a:cubicBezTo>
                    <a:pt x="-61" y="84822"/>
                    <a:pt x="-61" y="16877"/>
                    <a:pt x="66" y="13067"/>
                  </a:cubicBezTo>
                  <a:cubicBezTo>
                    <a:pt x="66" y="12813"/>
                    <a:pt x="66" y="12686"/>
                    <a:pt x="193" y="12432"/>
                  </a:cubicBezTo>
                  <a:cubicBezTo>
                    <a:pt x="828" y="8876"/>
                    <a:pt x="1844" y="5701"/>
                    <a:pt x="3622" y="2653"/>
                  </a:cubicBezTo>
                  <a:cubicBezTo>
                    <a:pt x="5019" y="113"/>
                    <a:pt x="8194" y="-776"/>
                    <a:pt x="10734" y="748"/>
                  </a:cubicBezTo>
                  <a:cubicBezTo>
                    <a:pt x="13274" y="2272"/>
                    <a:pt x="14163" y="5320"/>
                    <a:pt x="12639" y="78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77538" y="597424"/>
              <a:ext cx="35339" cy="17003"/>
            </a:xfrm>
            <a:custGeom>
              <a:avLst/>
              <a:gdLst/>
              <a:ahLst/>
              <a:cxnLst/>
              <a:rect r="r" b="b" t="t" l="l"/>
              <a:pathLst>
                <a:path h="17003" w="35339">
                  <a:moveTo>
                    <a:pt x="9050" y="1508"/>
                  </a:moveTo>
                  <a:cubicBezTo>
                    <a:pt x="10447" y="3032"/>
                    <a:pt x="12098" y="4302"/>
                    <a:pt x="14257" y="5572"/>
                  </a:cubicBezTo>
                  <a:lnTo>
                    <a:pt x="11590" y="10144"/>
                  </a:lnTo>
                  <a:lnTo>
                    <a:pt x="13368" y="5191"/>
                  </a:lnTo>
                  <a:cubicBezTo>
                    <a:pt x="15019" y="5826"/>
                    <a:pt x="16924" y="6207"/>
                    <a:pt x="21623" y="6588"/>
                  </a:cubicBezTo>
                  <a:lnTo>
                    <a:pt x="21242" y="11795"/>
                  </a:lnTo>
                  <a:lnTo>
                    <a:pt x="21242" y="6588"/>
                  </a:lnTo>
                  <a:lnTo>
                    <a:pt x="30132" y="6588"/>
                  </a:lnTo>
                  <a:cubicBezTo>
                    <a:pt x="33053" y="6588"/>
                    <a:pt x="35339" y="9001"/>
                    <a:pt x="35339" y="11795"/>
                  </a:cubicBezTo>
                  <a:cubicBezTo>
                    <a:pt x="35339" y="14589"/>
                    <a:pt x="32926" y="17002"/>
                    <a:pt x="30132" y="17002"/>
                  </a:cubicBezTo>
                  <a:lnTo>
                    <a:pt x="21242" y="17002"/>
                  </a:lnTo>
                  <a:cubicBezTo>
                    <a:pt x="21115" y="17002"/>
                    <a:pt x="20988" y="17002"/>
                    <a:pt x="20861" y="17002"/>
                  </a:cubicBezTo>
                  <a:cubicBezTo>
                    <a:pt x="15781" y="16621"/>
                    <a:pt x="12733" y="16113"/>
                    <a:pt x="9812" y="14970"/>
                  </a:cubicBezTo>
                  <a:cubicBezTo>
                    <a:pt x="9558" y="14843"/>
                    <a:pt x="9304" y="14716"/>
                    <a:pt x="9050" y="14589"/>
                  </a:cubicBezTo>
                  <a:cubicBezTo>
                    <a:pt x="6002" y="12811"/>
                    <a:pt x="3716" y="10906"/>
                    <a:pt x="1557" y="8874"/>
                  </a:cubicBezTo>
                  <a:cubicBezTo>
                    <a:pt x="-602" y="6842"/>
                    <a:pt x="-475" y="3540"/>
                    <a:pt x="1684" y="1508"/>
                  </a:cubicBezTo>
                  <a:cubicBezTo>
                    <a:pt x="3843" y="-524"/>
                    <a:pt x="7018" y="-524"/>
                    <a:pt x="9050" y="16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79369" y="602918"/>
              <a:ext cx="21898" cy="11513"/>
            </a:xfrm>
            <a:custGeom>
              <a:avLst/>
              <a:gdLst/>
              <a:ahLst/>
              <a:cxnLst/>
              <a:rect r="r" b="b" t="t" l="l"/>
              <a:pathLst>
                <a:path h="11513" w="21898">
                  <a:moveTo>
                    <a:pt x="4831" y="1094"/>
                  </a:moveTo>
                  <a:cubicBezTo>
                    <a:pt x="9530" y="840"/>
                    <a:pt x="13213" y="459"/>
                    <a:pt x="15880" y="78"/>
                  </a:cubicBezTo>
                  <a:cubicBezTo>
                    <a:pt x="18674" y="-430"/>
                    <a:pt x="21468" y="1602"/>
                    <a:pt x="21849" y="4396"/>
                  </a:cubicBezTo>
                  <a:cubicBezTo>
                    <a:pt x="22230" y="7190"/>
                    <a:pt x="20325" y="9984"/>
                    <a:pt x="17531" y="10365"/>
                  </a:cubicBezTo>
                  <a:cubicBezTo>
                    <a:pt x="14356" y="10873"/>
                    <a:pt x="10292" y="11254"/>
                    <a:pt x="5466" y="11508"/>
                  </a:cubicBezTo>
                  <a:cubicBezTo>
                    <a:pt x="2545" y="11635"/>
                    <a:pt x="132" y="9476"/>
                    <a:pt x="5" y="6555"/>
                  </a:cubicBezTo>
                  <a:cubicBezTo>
                    <a:pt x="-122" y="3634"/>
                    <a:pt x="2037" y="1221"/>
                    <a:pt x="4958" y="109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99415" y="571500"/>
              <a:ext cx="13106" cy="35305"/>
            </a:xfrm>
            <a:custGeom>
              <a:avLst/>
              <a:gdLst/>
              <a:ahLst/>
              <a:cxnLst/>
              <a:rect r="r" b="b" t="t" l="l"/>
              <a:pathLst>
                <a:path h="35305" w="13106">
                  <a:moveTo>
                    <a:pt x="787" y="27432"/>
                  </a:moveTo>
                  <a:cubicBezTo>
                    <a:pt x="1422" y="26289"/>
                    <a:pt x="1930" y="25019"/>
                    <a:pt x="2692" y="21209"/>
                  </a:cubicBezTo>
                  <a:lnTo>
                    <a:pt x="7772" y="22225"/>
                  </a:lnTo>
                  <a:lnTo>
                    <a:pt x="2565" y="22225"/>
                  </a:lnTo>
                  <a:lnTo>
                    <a:pt x="2692" y="5207"/>
                  </a:lnTo>
                  <a:cubicBezTo>
                    <a:pt x="2692" y="2286"/>
                    <a:pt x="5105" y="0"/>
                    <a:pt x="7899" y="0"/>
                  </a:cubicBezTo>
                  <a:cubicBezTo>
                    <a:pt x="10693" y="0"/>
                    <a:pt x="13106" y="2413"/>
                    <a:pt x="13106" y="5207"/>
                  </a:cubicBezTo>
                  <a:lnTo>
                    <a:pt x="12979" y="22225"/>
                  </a:lnTo>
                  <a:cubicBezTo>
                    <a:pt x="12979" y="22606"/>
                    <a:pt x="12979" y="22860"/>
                    <a:pt x="12852" y="23241"/>
                  </a:cubicBezTo>
                  <a:cubicBezTo>
                    <a:pt x="11963" y="27813"/>
                    <a:pt x="11074" y="30226"/>
                    <a:pt x="9804" y="32639"/>
                  </a:cubicBezTo>
                  <a:cubicBezTo>
                    <a:pt x="8534" y="35052"/>
                    <a:pt x="5232" y="36068"/>
                    <a:pt x="2692" y="34671"/>
                  </a:cubicBezTo>
                  <a:cubicBezTo>
                    <a:pt x="152" y="33274"/>
                    <a:pt x="-737" y="30099"/>
                    <a:pt x="660" y="2755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98640" y="378168"/>
              <a:ext cx="13775" cy="21268"/>
            </a:xfrm>
            <a:custGeom>
              <a:avLst/>
              <a:gdLst/>
              <a:ahLst/>
              <a:cxnLst/>
              <a:rect r="r" b="b" t="t" l="l"/>
              <a:pathLst>
                <a:path h="21268" w="13775">
                  <a:moveTo>
                    <a:pt x="3467" y="16548"/>
                  </a:moveTo>
                  <a:cubicBezTo>
                    <a:pt x="3213" y="13754"/>
                    <a:pt x="2451" y="10960"/>
                    <a:pt x="1562" y="8928"/>
                  </a:cubicBezTo>
                  <a:lnTo>
                    <a:pt x="6388" y="6769"/>
                  </a:lnTo>
                  <a:lnTo>
                    <a:pt x="2070" y="9817"/>
                  </a:lnTo>
                  <a:lnTo>
                    <a:pt x="927" y="8166"/>
                  </a:lnTo>
                  <a:cubicBezTo>
                    <a:pt x="-724" y="5753"/>
                    <a:pt x="-89" y="2578"/>
                    <a:pt x="2197" y="927"/>
                  </a:cubicBezTo>
                  <a:cubicBezTo>
                    <a:pt x="4483" y="-724"/>
                    <a:pt x="7785" y="-89"/>
                    <a:pt x="9436" y="2197"/>
                  </a:cubicBezTo>
                  <a:lnTo>
                    <a:pt x="10579" y="3848"/>
                  </a:lnTo>
                  <a:cubicBezTo>
                    <a:pt x="10706" y="4102"/>
                    <a:pt x="10960" y="4356"/>
                    <a:pt x="11087" y="4737"/>
                  </a:cubicBezTo>
                  <a:cubicBezTo>
                    <a:pt x="12484" y="8039"/>
                    <a:pt x="13373" y="11976"/>
                    <a:pt x="13754" y="15532"/>
                  </a:cubicBezTo>
                  <a:cubicBezTo>
                    <a:pt x="14008" y="18453"/>
                    <a:pt x="11976" y="20993"/>
                    <a:pt x="9055" y="21247"/>
                  </a:cubicBezTo>
                  <a:cubicBezTo>
                    <a:pt x="6134" y="21501"/>
                    <a:pt x="3594" y="19469"/>
                    <a:pt x="3340" y="1654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40411" y="372587"/>
              <a:ext cx="61691" cy="14356"/>
            </a:xfrm>
            <a:custGeom>
              <a:avLst/>
              <a:gdLst/>
              <a:ahLst/>
              <a:cxnLst/>
              <a:rect r="r" b="b" t="t" l="l"/>
              <a:pathLst>
                <a:path h="14356" w="61691">
                  <a:moveTo>
                    <a:pt x="55600" y="11207"/>
                  </a:moveTo>
                  <a:cubicBezTo>
                    <a:pt x="52933" y="10699"/>
                    <a:pt x="47980" y="10318"/>
                    <a:pt x="14833" y="10445"/>
                  </a:cubicBezTo>
                  <a:lnTo>
                    <a:pt x="14833" y="5238"/>
                  </a:lnTo>
                  <a:lnTo>
                    <a:pt x="15341" y="10445"/>
                  </a:lnTo>
                  <a:cubicBezTo>
                    <a:pt x="13436" y="10572"/>
                    <a:pt x="11785" y="11080"/>
                    <a:pt x="10007" y="11969"/>
                  </a:cubicBezTo>
                  <a:lnTo>
                    <a:pt x="7594" y="7270"/>
                  </a:lnTo>
                  <a:lnTo>
                    <a:pt x="10769" y="11461"/>
                  </a:lnTo>
                  <a:lnTo>
                    <a:pt x="8483" y="13239"/>
                  </a:lnTo>
                  <a:cubicBezTo>
                    <a:pt x="6197" y="15017"/>
                    <a:pt x="2895" y="14636"/>
                    <a:pt x="1117" y="12350"/>
                  </a:cubicBezTo>
                  <a:cubicBezTo>
                    <a:pt x="-661" y="10064"/>
                    <a:pt x="-280" y="6762"/>
                    <a:pt x="2006" y="4984"/>
                  </a:cubicBezTo>
                  <a:lnTo>
                    <a:pt x="4292" y="3206"/>
                  </a:lnTo>
                  <a:cubicBezTo>
                    <a:pt x="4546" y="2952"/>
                    <a:pt x="4800" y="2825"/>
                    <a:pt x="5054" y="2698"/>
                  </a:cubicBezTo>
                  <a:cubicBezTo>
                    <a:pt x="8102" y="1174"/>
                    <a:pt x="11023" y="412"/>
                    <a:pt x="14071" y="31"/>
                  </a:cubicBezTo>
                  <a:cubicBezTo>
                    <a:pt x="14198" y="31"/>
                    <a:pt x="14452" y="31"/>
                    <a:pt x="14579" y="31"/>
                  </a:cubicBezTo>
                  <a:cubicBezTo>
                    <a:pt x="46964" y="-96"/>
                    <a:pt x="53441" y="158"/>
                    <a:pt x="57505" y="920"/>
                  </a:cubicBezTo>
                  <a:cubicBezTo>
                    <a:pt x="60299" y="1555"/>
                    <a:pt x="62204" y="4222"/>
                    <a:pt x="61569" y="7143"/>
                  </a:cubicBezTo>
                  <a:cubicBezTo>
                    <a:pt x="60934" y="10064"/>
                    <a:pt x="58267" y="11842"/>
                    <a:pt x="55346" y="11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24155" y="506070"/>
              <a:ext cx="10973" cy="11354"/>
            </a:xfrm>
            <a:custGeom>
              <a:avLst/>
              <a:gdLst/>
              <a:ahLst/>
              <a:cxnLst/>
              <a:rect r="r" b="b" t="t" l="l"/>
              <a:pathLst>
                <a:path h="11354" w="10973">
                  <a:moveTo>
                    <a:pt x="1295" y="8915"/>
                  </a:moveTo>
                  <a:lnTo>
                    <a:pt x="787" y="8026"/>
                  </a:lnTo>
                  <a:cubicBezTo>
                    <a:pt x="-737" y="5613"/>
                    <a:pt x="25" y="2311"/>
                    <a:pt x="2438" y="787"/>
                  </a:cubicBezTo>
                  <a:cubicBezTo>
                    <a:pt x="4851" y="-737"/>
                    <a:pt x="8153" y="25"/>
                    <a:pt x="9677" y="2438"/>
                  </a:cubicBezTo>
                  <a:lnTo>
                    <a:pt x="10185" y="3327"/>
                  </a:lnTo>
                  <a:cubicBezTo>
                    <a:pt x="11709" y="5740"/>
                    <a:pt x="10947" y="9042"/>
                    <a:pt x="8534" y="10566"/>
                  </a:cubicBezTo>
                  <a:cubicBezTo>
                    <a:pt x="6121" y="12090"/>
                    <a:pt x="2819" y="11328"/>
                    <a:pt x="1295" y="891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23365" y="505407"/>
              <a:ext cx="11155" cy="11282"/>
            </a:xfrm>
            <a:custGeom>
              <a:avLst/>
              <a:gdLst/>
              <a:ahLst/>
              <a:cxnLst/>
              <a:rect r="r" b="b" t="t" l="l"/>
              <a:pathLst>
                <a:path h="11282" w="11155">
                  <a:moveTo>
                    <a:pt x="1704" y="9197"/>
                  </a:moveTo>
                  <a:lnTo>
                    <a:pt x="1069" y="8435"/>
                  </a:lnTo>
                  <a:cubicBezTo>
                    <a:pt x="-709" y="6149"/>
                    <a:pt x="-201" y="2847"/>
                    <a:pt x="2085" y="1069"/>
                  </a:cubicBezTo>
                  <a:cubicBezTo>
                    <a:pt x="4371" y="-709"/>
                    <a:pt x="7673" y="-201"/>
                    <a:pt x="9451" y="2085"/>
                  </a:cubicBezTo>
                  <a:lnTo>
                    <a:pt x="10086" y="2847"/>
                  </a:lnTo>
                  <a:cubicBezTo>
                    <a:pt x="11864" y="5133"/>
                    <a:pt x="11356" y="8435"/>
                    <a:pt x="9070" y="10213"/>
                  </a:cubicBezTo>
                  <a:cubicBezTo>
                    <a:pt x="6784" y="11991"/>
                    <a:pt x="3482" y="11483"/>
                    <a:pt x="1704" y="9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22732" y="504697"/>
              <a:ext cx="11278" cy="11179"/>
            </a:xfrm>
            <a:custGeom>
              <a:avLst/>
              <a:gdLst/>
              <a:ahLst/>
              <a:cxnLst/>
              <a:rect r="r" b="b" t="t" l="l"/>
              <a:pathLst>
                <a:path h="11179" w="11278">
                  <a:moveTo>
                    <a:pt x="2210" y="9526"/>
                  </a:moveTo>
                  <a:lnTo>
                    <a:pt x="1448" y="8764"/>
                  </a:lnTo>
                  <a:cubicBezTo>
                    <a:pt x="-584" y="6605"/>
                    <a:pt x="-457" y="3303"/>
                    <a:pt x="1702" y="1398"/>
                  </a:cubicBezTo>
                  <a:cubicBezTo>
                    <a:pt x="3861" y="-507"/>
                    <a:pt x="7163" y="-507"/>
                    <a:pt x="9068" y="1652"/>
                  </a:cubicBezTo>
                  <a:lnTo>
                    <a:pt x="9830" y="2414"/>
                  </a:lnTo>
                  <a:cubicBezTo>
                    <a:pt x="11862" y="4573"/>
                    <a:pt x="11735" y="7875"/>
                    <a:pt x="9576" y="9780"/>
                  </a:cubicBezTo>
                  <a:cubicBezTo>
                    <a:pt x="7417" y="11685"/>
                    <a:pt x="4115" y="11685"/>
                    <a:pt x="2210" y="952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20847" y="503143"/>
              <a:ext cx="12401" cy="11975"/>
            </a:xfrm>
            <a:custGeom>
              <a:avLst/>
              <a:gdLst/>
              <a:ahLst/>
              <a:cxnLst/>
              <a:rect r="r" b="b" t="t" l="l"/>
              <a:pathLst>
                <a:path h="11975" w="12401">
                  <a:moveTo>
                    <a:pt x="3587" y="10572"/>
                  </a:moveTo>
                  <a:cubicBezTo>
                    <a:pt x="3206" y="10191"/>
                    <a:pt x="2698" y="9810"/>
                    <a:pt x="2317" y="9556"/>
                  </a:cubicBezTo>
                  <a:cubicBezTo>
                    <a:pt x="-96" y="7905"/>
                    <a:pt x="-731" y="4730"/>
                    <a:pt x="920" y="2317"/>
                  </a:cubicBezTo>
                  <a:cubicBezTo>
                    <a:pt x="2571" y="-96"/>
                    <a:pt x="5746" y="-731"/>
                    <a:pt x="8159" y="920"/>
                  </a:cubicBezTo>
                  <a:cubicBezTo>
                    <a:pt x="9048" y="1555"/>
                    <a:pt x="9937" y="2190"/>
                    <a:pt x="10699" y="2952"/>
                  </a:cubicBezTo>
                  <a:cubicBezTo>
                    <a:pt x="12858" y="4857"/>
                    <a:pt x="12985" y="8286"/>
                    <a:pt x="10953" y="10318"/>
                  </a:cubicBezTo>
                  <a:cubicBezTo>
                    <a:pt x="8921" y="12350"/>
                    <a:pt x="5619" y="12604"/>
                    <a:pt x="3587" y="1057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6202" y="500012"/>
              <a:ext cx="45130" cy="13488"/>
            </a:xfrm>
            <a:custGeom>
              <a:avLst/>
              <a:gdLst/>
              <a:ahLst/>
              <a:cxnLst/>
              <a:rect r="r" b="b" t="t" l="l"/>
              <a:pathLst>
                <a:path h="13488" w="45130">
                  <a:moveTo>
                    <a:pt x="37851" y="13068"/>
                  </a:moveTo>
                  <a:cubicBezTo>
                    <a:pt x="30358" y="10020"/>
                    <a:pt x="23881" y="10401"/>
                    <a:pt x="16261" y="10782"/>
                  </a:cubicBezTo>
                  <a:cubicBezTo>
                    <a:pt x="12832" y="11036"/>
                    <a:pt x="8895" y="11290"/>
                    <a:pt x="4958" y="11036"/>
                  </a:cubicBezTo>
                  <a:cubicBezTo>
                    <a:pt x="2037" y="10909"/>
                    <a:pt x="-122" y="8496"/>
                    <a:pt x="5" y="5575"/>
                  </a:cubicBezTo>
                  <a:cubicBezTo>
                    <a:pt x="132" y="2654"/>
                    <a:pt x="2545" y="495"/>
                    <a:pt x="5466" y="622"/>
                  </a:cubicBezTo>
                  <a:cubicBezTo>
                    <a:pt x="8768" y="749"/>
                    <a:pt x="12070" y="622"/>
                    <a:pt x="15626" y="368"/>
                  </a:cubicBezTo>
                  <a:cubicBezTo>
                    <a:pt x="23246" y="-140"/>
                    <a:pt x="32009" y="-775"/>
                    <a:pt x="41915" y="3416"/>
                  </a:cubicBezTo>
                  <a:cubicBezTo>
                    <a:pt x="44582" y="4559"/>
                    <a:pt x="45852" y="7607"/>
                    <a:pt x="44709" y="10274"/>
                  </a:cubicBezTo>
                  <a:cubicBezTo>
                    <a:pt x="43566" y="12941"/>
                    <a:pt x="40518" y="14211"/>
                    <a:pt x="37851" y="1306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78079" y="500566"/>
              <a:ext cx="18356" cy="15181"/>
            </a:xfrm>
            <a:custGeom>
              <a:avLst/>
              <a:gdLst/>
              <a:ahLst/>
              <a:cxnLst/>
              <a:rect r="r" b="b" t="t" l="l"/>
              <a:pathLst>
                <a:path h="15181" w="18356">
                  <a:moveTo>
                    <a:pt x="14605" y="10355"/>
                  </a:moveTo>
                  <a:cubicBezTo>
                    <a:pt x="12446" y="10990"/>
                    <a:pt x="10541" y="12133"/>
                    <a:pt x="8890" y="13657"/>
                  </a:cubicBezTo>
                  <a:cubicBezTo>
                    <a:pt x="6858" y="15689"/>
                    <a:pt x="3556" y="15689"/>
                    <a:pt x="1524" y="13657"/>
                  </a:cubicBezTo>
                  <a:cubicBezTo>
                    <a:pt x="-508" y="11625"/>
                    <a:pt x="-508" y="8323"/>
                    <a:pt x="1524" y="6291"/>
                  </a:cubicBezTo>
                  <a:cubicBezTo>
                    <a:pt x="4445" y="3370"/>
                    <a:pt x="7874" y="1338"/>
                    <a:pt x="11684" y="195"/>
                  </a:cubicBezTo>
                  <a:cubicBezTo>
                    <a:pt x="14478" y="-567"/>
                    <a:pt x="17399" y="957"/>
                    <a:pt x="18161" y="3751"/>
                  </a:cubicBezTo>
                  <a:cubicBezTo>
                    <a:pt x="18923" y="6545"/>
                    <a:pt x="17399" y="9466"/>
                    <a:pt x="14605" y="102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77420" y="505436"/>
              <a:ext cx="11224" cy="11351"/>
            </a:xfrm>
            <a:custGeom>
              <a:avLst/>
              <a:gdLst/>
              <a:ahLst/>
              <a:cxnLst/>
              <a:rect r="r" b="b" t="t" l="l"/>
              <a:pathLst>
                <a:path h="11351" w="11224">
                  <a:moveTo>
                    <a:pt x="10057" y="8533"/>
                  </a:moveTo>
                  <a:lnTo>
                    <a:pt x="9295" y="9422"/>
                  </a:lnTo>
                  <a:cubicBezTo>
                    <a:pt x="7517" y="11708"/>
                    <a:pt x="4215" y="11962"/>
                    <a:pt x="1929" y="10184"/>
                  </a:cubicBezTo>
                  <a:cubicBezTo>
                    <a:pt x="-357" y="8406"/>
                    <a:pt x="-611" y="5104"/>
                    <a:pt x="1167" y="2818"/>
                  </a:cubicBezTo>
                  <a:lnTo>
                    <a:pt x="1929" y="1929"/>
                  </a:lnTo>
                  <a:cubicBezTo>
                    <a:pt x="3707" y="-357"/>
                    <a:pt x="7009" y="-611"/>
                    <a:pt x="9295" y="1167"/>
                  </a:cubicBezTo>
                  <a:cubicBezTo>
                    <a:pt x="11581" y="2945"/>
                    <a:pt x="11835" y="6247"/>
                    <a:pt x="10057" y="853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76442" y="595828"/>
              <a:ext cx="10894" cy="11162"/>
            </a:xfrm>
            <a:custGeom>
              <a:avLst/>
              <a:gdLst/>
              <a:ahLst/>
              <a:cxnLst/>
              <a:rect r="r" b="b" t="t" l="l"/>
              <a:pathLst>
                <a:path h="11162" w="10894">
                  <a:moveTo>
                    <a:pt x="9765" y="2596"/>
                  </a:moveTo>
                  <a:lnTo>
                    <a:pt x="10146" y="3358"/>
                  </a:lnTo>
                  <a:cubicBezTo>
                    <a:pt x="11670" y="5898"/>
                    <a:pt x="10781" y="9073"/>
                    <a:pt x="8241" y="10470"/>
                  </a:cubicBezTo>
                  <a:cubicBezTo>
                    <a:pt x="5701" y="11867"/>
                    <a:pt x="2526" y="11105"/>
                    <a:pt x="1129" y="8565"/>
                  </a:cubicBezTo>
                  <a:lnTo>
                    <a:pt x="748" y="7803"/>
                  </a:lnTo>
                  <a:cubicBezTo>
                    <a:pt x="-776" y="5263"/>
                    <a:pt x="113" y="2088"/>
                    <a:pt x="2653" y="691"/>
                  </a:cubicBezTo>
                  <a:cubicBezTo>
                    <a:pt x="5193" y="-706"/>
                    <a:pt x="8368" y="56"/>
                    <a:pt x="9765" y="259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76819" y="596474"/>
              <a:ext cx="11156" cy="11519"/>
            </a:xfrm>
            <a:custGeom>
              <a:avLst/>
              <a:gdLst/>
              <a:ahLst/>
              <a:cxnLst/>
              <a:rect r="r" b="b" t="t" l="l"/>
              <a:pathLst>
                <a:path h="11519" w="11156">
                  <a:moveTo>
                    <a:pt x="9515" y="2204"/>
                  </a:moveTo>
                  <a:lnTo>
                    <a:pt x="10150" y="3093"/>
                  </a:lnTo>
                  <a:cubicBezTo>
                    <a:pt x="11801" y="5379"/>
                    <a:pt x="11420" y="8681"/>
                    <a:pt x="9007" y="10459"/>
                  </a:cubicBezTo>
                  <a:cubicBezTo>
                    <a:pt x="6594" y="12237"/>
                    <a:pt x="3419" y="11729"/>
                    <a:pt x="1641" y="9316"/>
                  </a:cubicBezTo>
                  <a:lnTo>
                    <a:pt x="1006" y="8427"/>
                  </a:lnTo>
                  <a:cubicBezTo>
                    <a:pt x="-645" y="6141"/>
                    <a:pt x="-264" y="2839"/>
                    <a:pt x="2149" y="1061"/>
                  </a:cubicBezTo>
                  <a:cubicBezTo>
                    <a:pt x="4562" y="-717"/>
                    <a:pt x="7737" y="-209"/>
                    <a:pt x="9515" y="22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90836" y="596185"/>
              <a:ext cx="19135" cy="17066"/>
            </a:xfrm>
            <a:custGeom>
              <a:avLst/>
              <a:gdLst/>
              <a:ahLst/>
              <a:cxnLst/>
              <a:rect r="r" b="b" t="t" l="l"/>
              <a:pathLst>
                <a:path h="17066" w="19135">
                  <a:moveTo>
                    <a:pt x="3270" y="7065"/>
                  </a:moveTo>
                  <a:cubicBezTo>
                    <a:pt x="5937" y="6049"/>
                    <a:pt x="7969" y="4398"/>
                    <a:pt x="9620" y="2112"/>
                  </a:cubicBezTo>
                  <a:cubicBezTo>
                    <a:pt x="11271" y="-174"/>
                    <a:pt x="14573" y="-682"/>
                    <a:pt x="16986" y="969"/>
                  </a:cubicBezTo>
                  <a:cubicBezTo>
                    <a:pt x="19399" y="2620"/>
                    <a:pt x="19780" y="5922"/>
                    <a:pt x="18129" y="8335"/>
                  </a:cubicBezTo>
                  <a:cubicBezTo>
                    <a:pt x="15335" y="12145"/>
                    <a:pt x="11525" y="15066"/>
                    <a:pt x="7080" y="16717"/>
                  </a:cubicBezTo>
                  <a:cubicBezTo>
                    <a:pt x="4413" y="17733"/>
                    <a:pt x="1365" y="16463"/>
                    <a:pt x="349" y="13796"/>
                  </a:cubicBezTo>
                  <a:cubicBezTo>
                    <a:pt x="-667" y="11129"/>
                    <a:pt x="603" y="8081"/>
                    <a:pt x="3270" y="70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96058" y="375713"/>
              <a:ext cx="13036" cy="12909"/>
            </a:xfrm>
            <a:custGeom>
              <a:avLst/>
              <a:gdLst/>
              <a:ahLst/>
              <a:cxnLst/>
              <a:rect r="r" b="b" t="t" l="l"/>
              <a:pathLst>
                <a:path h="12909" w="13036">
                  <a:moveTo>
                    <a:pt x="3890" y="11002"/>
                  </a:moveTo>
                  <a:cubicBezTo>
                    <a:pt x="3382" y="10367"/>
                    <a:pt x="2747" y="9732"/>
                    <a:pt x="2112" y="9351"/>
                  </a:cubicBezTo>
                  <a:cubicBezTo>
                    <a:pt x="-174" y="7700"/>
                    <a:pt x="-682" y="4398"/>
                    <a:pt x="969" y="2112"/>
                  </a:cubicBezTo>
                  <a:cubicBezTo>
                    <a:pt x="2620" y="-174"/>
                    <a:pt x="5922" y="-682"/>
                    <a:pt x="8208" y="969"/>
                  </a:cubicBezTo>
                  <a:cubicBezTo>
                    <a:pt x="9732" y="2112"/>
                    <a:pt x="11002" y="3382"/>
                    <a:pt x="11764" y="4271"/>
                  </a:cubicBezTo>
                  <a:cubicBezTo>
                    <a:pt x="13669" y="6430"/>
                    <a:pt x="13415" y="9732"/>
                    <a:pt x="11129" y="11637"/>
                  </a:cubicBezTo>
                  <a:cubicBezTo>
                    <a:pt x="8843" y="13542"/>
                    <a:pt x="5668" y="13288"/>
                    <a:pt x="3763" y="1100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93838" y="374255"/>
              <a:ext cx="12540" cy="11815"/>
            </a:xfrm>
            <a:custGeom>
              <a:avLst/>
              <a:gdLst/>
              <a:ahLst/>
              <a:cxnLst/>
              <a:rect r="r" b="b" t="t" l="l"/>
              <a:pathLst>
                <a:path h="11815" w="12540">
                  <a:moveTo>
                    <a:pt x="4332" y="10809"/>
                  </a:moveTo>
                  <a:cubicBezTo>
                    <a:pt x="3951" y="10428"/>
                    <a:pt x="3443" y="10174"/>
                    <a:pt x="2935" y="9920"/>
                  </a:cubicBezTo>
                  <a:cubicBezTo>
                    <a:pt x="395" y="8650"/>
                    <a:pt x="-748" y="5475"/>
                    <a:pt x="522" y="2935"/>
                  </a:cubicBezTo>
                  <a:cubicBezTo>
                    <a:pt x="1792" y="395"/>
                    <a:pt x="4967" y="-748"/>
                    <a:pt x="7507" y="522"/>
                  </a:cubicBezTo>
                  <a:cubicBezTo>
                    <a:pt x="8523" y="1030"/>
                    <a:pt x="9539" y="1665"/>
                    <a:pt x="10428" y="2300"/>
                  </a:cubicBezTo>
                  <a:cubicBezTo>
                    <a:pt x="12714" y="3951"/>
                    <a:pt x="13222" y="7253"/>
                    <a:pt x="11571" y="9666"/>
                  </a:cubicBezTo>
                  <a:cubicBezTo>
                    <a:pt x="9920" y="12079"/>
                    <a:pt x="6618" y="12460"/>
                    <a:pt x="4205" y="108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91694" y="373381"/>
              <a:ext cx="12633" cy="11217"/>
            </a:xfrm>
            <a:custGeom>
              <a:avLst/>
              <a:gdLst/>
              <a:ahLst/>
              <a:cxnLst/>
              <a:rect r="r" b="b" t="t" l="l"/>
              <a:pathLst>
                <a:path h="11217" w="12633">
                  <a:moveTo>
                    <a:pt x="5206" y="10921"/>
                  </a:moveTo>
                  <a:cubicBezTo>
                    <a:pt x="4571" y="10667"/>
                    <a:pt x="4063" y="10413"/>
                    <a:pt x="3682" y="10286"/>
                  </a:cubicBezTo>
                  <a:cubicBezTo>
                    <a:pt x="888" y="9397"/>
                    <a:pt x="-636" y="6476"/>
                    <a:pt x="253" y="3682"/>
                  </a:cubicBezTo>
                  <a:cubicBezTo>
                    <a:pt x="1142" y="888"/>
                    <a:pt x="4063" y="-636"/>
                    <a:pt x="6857" y="253"/>
                  </a:cubicBezTo>
                  <a:cubicBezTo>
                    <a:pt x="7746" y="507"/>
                    <a:pt x="8635" y="888"/>
                    <a:pt x="9524" y="1269"/>
                  </a:cubicBezTo>
                  <a:cubicBezTo>
                    <a:pt x="12191" y="2412"/>
                    <a:pt x="13334" y="5587"/>
                    <a:pt x="12191" y="8127"/>
                  </a:cubicBezTo>
                  <a:cubicBezTo>
                    <a:pt x="11048" y="10667"/>
                    <a:pt x="7873" y="11937"/>
                    <a:pt x="5333" y="1079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39794" y="376554"/>
              <a:ext cx="11088" cy="11179"/>
            </a:xfrm>
            <a:custGeom>
              <a:avLst/>
              <a:gdLst/>
              <a:ahLst/>
              <a:cxnLst/>
              <a:rect r="r" b="b" t="t" l="l"/>
              <a:pathLst>
                <a:path h="11179" w="11088">
                  <a:moveTo>
                    <a:pt x="9735" y="8764"/>
                  </a:moveTo>
                  <a:lnTo>
                    <a:pt x="8973" y="9526"/>
                  </a:lnTo>
                  <a:cubicBezTo>
                    <a:pt x="6941" y="11685"/>
                    <a:pt x="3639" y="11685"/>
                    <a:pt x="1607" y="9780"/>
                  </a:cubicBezTo>
                  <a:cubicBezTo>
                    <a:pt x="-425" y="7875"/>
                    <a:pt x="-552" y="4446"/>
                    <a:pt x="1353" y="2414"/>
                  </a:cubicBezTo>
                  <a:lnTo>
                    <a:pt x="2115" y="1652"/>
                  </a:lnTo>
                  <a:cubicBezTo>
                    <a:pt x="4147" y="-507"/>
                    <a:pt x="7449" y="-507"/>
                    <a:pt x="9481" y="1398"/>
                  </a:cubicBezTo>
                  <a:cubicBezTo>
                    <a:pt x="11513" y="3303"/>
                    <a:pt x="11640" y="6732"/>
                    <a:pt x="9735" y="87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538998" y="377237"/>
              <a:ext cx="11156" cy="11337"/>
            </a:xfrm>
            <a:custGeom>
              <a:avLst/>
              <a:gdLst/>
              <a:ahLst/>
              <a:cxnLst/>
              <a:rect r="r" b="b" t="t" l="l"/>
              <a:pathLst>
                <a:path h="11337" w="11156">
                  <a:moveTo>
                    <a:pt x="10150" y="8335"/>
                  </a:moveTo>
                  <a:lnTo>
                    <a:pt x="9515" y="9224"/>
                  </a:lnTo>
                  <a:cubicBezTo>
                    <a:pt x="7737" y="11510"/>
                    <a:pt x="4562" y="12018"/>
                    <a:pt x="2149" y="10367"/>
                  </a:cubicBezTo>
                  <a:cubicBezTo>
                    <a:pt x="-264" y="8716"/>
                    <a:pt x="-645" y="5414"/>
                    <a:pt x="1006" y="3001"/>
                  </a:cubicBezTo>
                  <a:lnTo>
                    <a:pt x="1641" y="2112"/>
                  </a:lnTo>
                  <a:cubicBezTo>
                    <a:pt x="3419" y="-174"/>
                    <a:pt x="6594" y="-682"/>
                    <a:pt x="9007" y="969"/>
                  </a:cubicBezTo>
                  <a:cubicBezTo>
                    <a:pt x="11420" y="2620"/>
                    <a:pt x="11801" y="5922"/>
                    <a:pt x="10150" y="83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38362" y="378215"/>
              <a:ext cx="11157" cy="11665"/>
            </a:xfrm>
            <a:custGeom>
              <a:avLst/>
              <a:gdLst/>
              <a:ahLst/>
              <a:cxnLst/>
              <a:rect r="r" b="b" t="t" l="l"/>
              <a:pathLst>
                <a:path h="11665" w="11157">
                  <a:moveTo>
                    <a:pt x="10405" y="7865"/>
                  </a:moveTo>
                  <a:lnTo>
                    <a:pt x="9643" y="9135"/>
                  </a:lnTo>
                  <a:cubicBezTo>
                    <a:pt x="8119" y="11548"/>
                    <a:pt x="4944" y="12437"/>
                    <a:pt x="2531" y="10913"/>
                  </a:cubicBezTo>
                  <a:cubicBezTo>
                    <a:pt x="118" y="9389"/>
                    <a:pt x="-771" y="6214"/>
                    <a:pt x="753" y="3801"/>
                  </a:cubicBezTo>
                  <a:lnTo>
                    <a:pt x="1515" y="2531"/>
                  </a:lnTo>
                  <a:cubicBezTo>
                    <a:pt x="3039" y="118"/>
                    <a:pt x="6214" y="-771"/>
                    <a:pt x="8627" y="753"/>
                  </a:cubicBezTo>
                  <a:cubicBezTo>
                    <a:pt x="11040" y="2277"/>
                    <a:pt x="11929" y="5452"/>
                    <a:pt x="10405" y="78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37006" y="379437"/>
              <a:ext cx="11673" cy="13310"/>
            </a:xfrm>
            <a:custGeom>
              <a:avLst/>
              <a:gdLst/>
              <a:ahLst/>
              <a:cxnLst/>
              <a:rect r="r" b="b" t="t" l="l"/>
              <a:pathLst>
                <a:path h="13310" w="11673">
                  <a:moveTo>
                    <a:pt x="11126" y="7659"/>
                  </a:moveTo>
                  <a:cubicBezTo>
                    <a:pt x="10745" y="8421"/>
                    <a:pt x="10491" y="9056"/>
                    <a:pt x="10237" y="9818"/>
                  </a:cubicBezTo>
                  <a:cubicBezTo>
                    <a:pt x="9221" y="12485"/>
                    <a:pt x="6300" y="14009"/>
                    <a:pt x="3506" y="12993"/>
                  </a:cubicBezTo>
                  <a:cubicBezTo>
                    <a:pt x="712" y="11977"/>
                    <a:pt x="-685" y="9056"/>
                    <a:pt x="331" y="6262"/>
                  </a:cubicBezTo>
                  <a:cubicBezTo>
                    <a:pt x="712" y="5119"/>
                    <a:pt x="1220" y="3976"/>
                    <a:pt x="1855" y="2833"/>
                  </a:cubicBezTo>
                  <a:cubicBezTo>
                    <a:pt x="3125" y="293"/>
                    <a:pt x="6300" y="-723"/>
                    <a:pt x="8840" y="547"/>
                  </a:cubicBezTo>
                  <a:cubicBezTo>
                    <a:pt x="11380" y="1817"/>
                    <a:pt x="12396" y="4992"/>
                    <a:pt x="11126" y="753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36760" y="382202"/>
              <a:ext cx="10805" cy="11694"/>
            </a:xfrm>
            <a:custGeom>
              <a:avLst/>
              <a:gdLst/>
              <a:ahLst/>
              <a:cxnLst/>
              <a:rect r="r" b="b" t="t" l="l"/>
              <a:pathLst>
                <a:path h="11694" w="10805">
                  <a:moveTo>
                    <a:pt x="10610" y="6672"/>
                  </a:moveTo>
                  <a:lnTo>
                    <a:pt x="10229" y="7942"/>
                  </a:lnTo>
                  <a:cubicBezTo>
                    <a:pt x="9467" y="10736"/>
                    <a:pt x="6546" y="12260"/>
                    <a:pt x="3752" y="11498"/>
                  </a:cubicBezTo>
                  <a:cubicBezTo>
                    <a:pt x="958" y="10736"/>
                    <a:pt x="-566" y="7815"/>
                    <a:pt x="196" y="5021"/>
                  </a:cubicBezTo>
                  <a:lnTo>
                    <a:pt x="577" y="3751"/>
                  </a:lnTo>
                  <a:cubicBezTo>
                    <a:pt x="1339" y="957"/>
                    <a:pt x="4260" y="-567"/>
                    <a:pt x="7054" y="195"/>
                  </a:cubicBezTo>
                  <a:cubicBezTo>
                    <a:pt x="9848" y="957"/>
                    <a:pt x="11372" y="3878"/>
                    <a:pt x="10610" y="667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536321" y="383540"/>
              <a:ext cx="10795" cy="209296"/>
            </a:xfrm>
            <a:custGeom>
              <a:avLst/>
              <a:gdLst/>
              <a:ahLst/>
              <a:cxnLst/>
              <a:rect r="r" b="b" t="t" l="l"/>
              <a:pathLst>
                <a:path h="209296" w="10795">
                  <a:moveTo>
                    <a:pt x="10795" y="5207"/>
                  </a:moveTo>
                  <a:lnTo>
                    <a:pt x="10414" y="204089"/>
                  </a:lnTo>
                  <a:cubicBezTo>
                    <a:pt x="10414" y="207010"/>
                    <a:pt x="8001" y="209296"/>
                    <a:pt x="5207" y="209296"/>
                  </a:cubicBezTo>
                  <a:cubicBezTo>
                    <a:pt x="2413" y="209296"/>
                    <a:pt x="0" y="206883"/>
                    <a:pt x="0" y="204089"/>
                  </a:cubicBezTo>
                  <a:lnTo>
                    <a:pt x="381" y="5207"/>
                  </a:lnTo>
                  <a:cubicBezTo>
                    <a:pt x="381" y="2286"/>
                    <a:pt x="2794" y="0"/>
                    <a:pt x="5588" y="0"/>
                  </a:cubicBezTo>
                  <a:cubicBezTo>
                    <a:pt x="8382" y="0"/>
                    <a:pt x="10795" y="2413"/>
                    <a:pt x="10795" y="5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53644" y="447929"/>
              <a:ext cx="11176" cy="145923"/>
            </a:xfrm>
            <a:custGeom>
              <a:avLst/>
              <a:gdLst/>
              <a:ahLst/>
              <a:cxnLst/>
              <a:rect r="r" b="b" t="t" l="l"/>
              <a:pathLst>
                <a:path h="145923" w="11176">
                  <a:moveTo>
                    <a:pt x="0" y="140716"/>
                  </a:moveTo>
                  <a:lnTo>
                    <a:pt x="762" y="5207"/>
                  </a:lnTo>
                  <a:cubicBezTo>
                    <a:pt x="762" y="2286"/>
                    <a:pt x="3175" y="0"/>
                    <a:pt x="5969" y="0"/>
                  </a:cubicBezTo>
                  <a:cubicBezTo>
                    <a:pt x="8763" y="0"/>
                    <a:pt x="11176" y="2413"/>
                    <a:pt x="11176" y="5207"/>
                  </a:cubicBezTo>
                  <a:lnTo>
                    <a:pt x="10414" y="140716"/>
                  </a:lnTo>
                  <a:cubicBezTo>
                    <a:pt x="10414" y="143637"/>
                    <a:pt x="8001" y="145923"/>
                    <a:pt x="5207" y="145923"/>
                  </a:cubicBezTo>
                  <a:cubicBezTo>
                    <a:pt x="2413" y="145923"/>
                    <a:pt x="0" y="143510"/>
                    <a:pt x="0" y="1407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454455" y="443304"/>
              <a:ext cx="13124" cy="15245"/>
            </a:xfrm>
            <a:custGeom>
              <a:avLst/>
              <a:gdLst/>
              <a:ahLst/>
              <a:cxnLst/>
              <a:rect r="r" b="b" t="t" l="l"/>
              <a:pathLst>
                <a:path h="15245" w="13124">
                  <a:moveTo>
                    <a:pt x="332" y="8054"/>
                  </a:moveTo>
                  <a:cubicBezTo>
                    <a:pt x="1094" y="5895"/>
                    <a:pt x="2237" y="3863"/>
                    <a:pt x="3634" y="2085"/>
                  </a:cubicBezTo>
                  <a:cubicBezTo>
                    <a:pt x="5412" y="-201"/>
                    <a:pt x="8587" y="-709"/>
                    <a:pt x="11000" y="1069"/>
                  </a:cubicBezTo>
                  <a:cubicBezTo>
                    <a:pt x="13413" y="2847"/>
                    <a:pt x="13794" y="6022"/>
                    <a:pt x="12016" y="8435"/>
                  </a:cubicBezTo>
                  <a:cubicBezTo>
                    <a:pt x="11254" y="9451"/>
                    <a:pt x="10619" y="10594"/>
                    <a:pt x="10111" y="11864"/>
                  </a:cubicBezTo>
                  <a:cubicBezTo>
                    <a:pt x="9095" y="14531"/>
                    <a:pt x="6047" y="15928"/>
                    <a:pt x="3380" y="14912"/>
                  </a:cubicBezTo>
                  <a:cubicBezTo>
                    <a:pt x="713" y="13896"/>
                    <a:pt x="-684" y="10848"/>
                    <a:pt x="332" y="81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56944" y="442254"/>
              <a:ext cx="11307" cy="11477"/>
            </a:xfrm>
            <a:custGeom>
              <a:avLst/>
              <a:gdLst/>
              <a:ahLst/>
              <a:cxnLst/>
              <a:rect r="r" b="b" t="t" l="l"/>
              <a:pathLst>
                <a:path h="11477" w="11307">
                  <a:moveTo>
                    <a:pt x="1272" y="2881"/>
                  </a:moveTo>
                  <a:lnTo>
                    <a:pt x="2034" y="1865"/>
                  </a:lnTo>
                  <a:cubicBezTo>
                    <a:pt x="3939" y="-294"/>
                    <a:pt x="7114" y="-675"/>
                    <a:pt x="9400" y="1230"/>
                  </a:cubicBezTo>
                  <a:cubicBezTo>
                    <a:pt x="11686" y="3135"/>
                    <a:pt x="11940" y="6310"/>
                    <a:pt x="10035" y="8596"/>
                  </a:cubicBezTo>
                  <a:lnTo>
                    <a:pt x="9273" y="9612"/>
                  </a:lnTo>
                  <a:cubicBezTo>
                    <a:pt x="7368" y="11771"/>
                    <a:pt x="4193" y="12152"/>
                    <a:pt x="1907" y="10247"/>
                  </a:cubicBezTo>
                  <a:cubicBezTo>
                    <a:pt x="-379" y="8342"/>
                    <a:pt x="-633" y="5167"/>
                    <a:pt x="1272" y="28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57897" y="441514"/>
              <a:ext cx="11306" cy="11179"/>
            </a:xfrm>
            <a:custGeom>
              <a:avLst/>
              <a:gdLst/>
              <a:ahLst/>
              <a:cxnLst/>
              <a:rect r="r" b="b" t="t" l="l"/>
              <a:pathLst>
                <a:path h="11179" w="11306">
                  <a:moveTo>
                    <a:pt x="1589" y="2224"/>
                  </a:moveTo>
                  <a:lnTo>
                    <a:pt x="2478" y="1462"/>
                  </a:lnTo>
                  <a:cubicBezTo>
                    <a:pt x="4510" y="-570"/>
                    <a:pt x="7812" y="-443"/>
                    <a:pt x="9844" y="1589"/>
                  </a:cubicBezTo>
                  <a:cubicBezTo>
                    <a:pt x="11876" y="3621"/>
                    <a:pt x="11749" y="6923"/>
                    <a:pt x="9717" y="8955"/>
                  </a:cubicBezTo>
                  <a:lnTo>
                    <a:pt x="8828" y="9717"/>
                  </a:lnTo>
                  <a:cubicBezTo>
                    <a:pt x="6796" y="11749"/>
                    <a:pt x="3494" y="11622"/>
                    <a:pt x="1462" y="9590"/>
                  </a:cubicBezTo>
                  <a:cubicBezTo>
                    <a:pt x="-570" y="7558"/>
                    <a:pt x="-443" y="4256"/>
                    <a:pt x="1589" y="22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27228" y="557022"/>
              <a:ext cx="10414" cy="37465"/>
            </a:xfrm>
            <a:custGeom>
              <a:avLst/>
              <a:gdLst/>
              <a:ahLst/>
              <a:cxnLst/>
              <a:rect r="r" b="b" t="t" l="l"/>
              <a:pathLst>
                <a:path h="37465" w="10414">
                  <a:moveTo>
                    <a:pt x="0" y="32258"/>
                  </a:moveTo>
                  <a:lnTo>
                    <a:pt x="0" y="5207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414" y="32258"/>
                  </a:lnTo>
                  <a:cubicBezTo>
                    <a:pt x="10414" y="35179"/>
                    <a:pt x="8128" y="37465"/>
                    <a:pt x="5207" y="37465"/>
                  </a:cubicBezTo>
                  <a:cubicBezTo>
                    <a:pt x="2286" y="37465"/>
                    <a:pt x="0" y="35179"/>
                    <a:pt x="0" y="3225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58774" y="437392"/>
              <a:ext cx="18868" cy="14497"/>
            </a:xfrm>
            <a:custGeom>
              <a:avLst/>
              <a:gdLst/>
              <a:ahLst/>
              <a:cxnLst/>
              <a:rect r="r" b="b" t="t" l="l"/>
              <a:pathLst>
                <a:path h="14497" w="18868">
                  <a:moveTo>
                    <a:pt x="1855" y="5203"/>
                  </a:moveTo>
                  <a:cubicBezTo>
                    <a:pt x="5030" y="2663"/>
                    <a:pt x="8586" y="885"/>
                    <a:pt x="12523" y="123"/>
                  </a:cubicBezTo>
                  <a:cubicBezTo>
                    <a:pt x="15317" y="-512"/>
                    <a:pt x="18111" y="1393"/>
                    <a:pt x="18746" y="4187"/>
                  </a:cubicBezTo>
                  <a:cubicBezTo>
                    <a:pt x="19381" y="6981"/>
                    <a:pt x="17476" y="9775"/>
                    <a:pt x="14682" y="10410"/>
                  </a:cubicBezTo>
                  <a:cubicBezTo>
                    <a:pt x="12396" y="10918"/>
                    <a:pt x="10364" y="11807"/>
                    <a:pt x="8586" y="13331"/>
                  </a:cubicBezTo>
                  <a:cubicBezTo>
                    <a:pt x="6300" y="15109"/>
                    <a:pt x="3125" y="14855"/>
                    <a:pt x="1220" y="12569"/>
                  </a:cubicBezTo>
                  <a:cubicBezTo>
                    <a:pt x="-685" y="10283"/>
                    <a:pt x="-304" y="7108"/>
                    <a:pt x="1982" y="520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67106" y="437388"/>
              <a:ext cx="41783" cy="10541"/>
            </a:xfrm>
            <a:custGeom>
              <a:avLst/>
              <a:gdLst/>
              <a:ahLst/>
              <a:cxnLst/>
              <a:rect r="r" b="b" t="t" l="l"/>
              <a:pathLst>
                <a:path h="10541" w="41783">
                  <a:moveTo>
                    <a:pt x="5207" y="0"/>
                  </a:moveTo>
                  <a:lnTo>
                    <a:pt x="36576" y="127"/>
                  </a:lnTo>
                  <a:cubicBezTo>
                    <a:pt x="39497" y="127"/>
                    <a:pt x="41783" y="2540"/>
                    <a:pt x="41783" y="5334"/>
                  </a:cubicBezTo>
                  <a:cubicBezTo>
                    <a:pt x="41783" y="8128"/>
                    <a:pt x="39370" y="10541"/>
                    <a:pt x="36576" y="10541"/>
                  </a:cubicBezTo>
                  <a:lnTo>
                    <a:pt x="5207" y="10414"/>
                  </a:lnTo>
                  <a:cubicBezTo>
                    <a:pt x="2286" y="10414"/>
                    <a:pt x="0" y="8001"/>
                    <a:pt x="0" y="5207"/>
                  </a:cubicBezTo>
                  <a:cubicBezTo>
                    <a:pt x="0" y="2413"/>
                    <a:pt x="2413" y="0"/>
                    <a:pt x="52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98534" y="437574"/>
              <a:ext cx="19934" cy="17013"/>
            </a:xfrm>
            <a:custGeom>
              <a:avLst/>
              <a:gdLst/>
              <a:ahLst/>
              <a:cxnLst/>
              <a:rect r="r" b="b" t="t" l="l"/>
              <a:pathLst>
                <a:path h="17013" w="19934">
                  <a:moveTo>
                    <a:pt x="10609" y="14927"/>
                  </a:moveTo>
                  <a:cubicBezTo>
                    <a:pt x="8831" y="12514"/>
                    <a:pt x="6545" y="10990"/>
                    <a:pt x="3751" y="10228"/>
                  </a:cubicBezTo>
                  <a:cubicBezTo>
                    <a:pt x="957" y="9466"/>
                    <a:pt x="-567" y="6545"/>
                    <a:pt x="195" y="3751"/>
                  </a:cubicBezTo>
                  <a:cubicBezTo>
                    <a:pt x="957" y="957"/>
                    <a:pt x="3878" y="-567"/>
                    <a:pt x="6672" y="195"/>
                  </a:cubicBezTo>
                  <a:cubicBezTo>
                    <a:pt x="11625" y="1719"/>
                    <a:pt x="15689" y="4513"/>
                    <a:pt x="18864" y="8577"/>
                  </a:cubicBezTo>
                  <a:cubicBezTo>
                    <a:pt x="20642" y="10863"/>
                    <a:pt x="20134" y="14165"/>
                    <a:pt x="17848" y="15943"/>
                  </a:cubicBezTo>
                  <a:cubicBezTo>
                    <a:pt x="15562" y="17721"/>
                    <a:pt x="12260" y="17213"/>
                    <a:pt x="10482" y="149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508014" y="444063"/>
              <a:ext cx="11148" cy="11416"/>
            </a:xfrm>
            <a:custGeom>
              <a:avLst/>
              <a:gdLst/>
              <a:ahLst/>
              <a:cxnLst/>
              <a:rect r="r" b="b" t="t" l="l"/>
              <a:pathLst>
                <a:path h="11416" w="11148">
                  <a:moveTo>
                    <a:pt x="9765" y="2596"/>
                  </a:moveTo>
                  <a:lnTo>
                    <a:pt x="10400" y="3612"/>
                  </a:lnTo>
                  <a:cubicBezTo>
                    <a:pt x="11924" y="6152"/>
                    <a:pt x="11035" y="9327"/>
                    <a:pt x="8495" y="10724"/>
                  </a:cubicBezTo>
                  <a:cubicBezTo>
                    <a:pt x="5955" y="12121"/>
                    <a:pt x="2780" y="11359"/>
                    <a:pt x="1383" y="8819"/>
                  </a:cubicBezTo>
                  <a:lnTo>
                    <a:pt x="748" y="7803"/>
                  </a:lnTo>
                  <a:cubicBezTo>
                    <a:pt x="-776" y="5263"/>
                    <a:pt x="113" y="2088"/>
                    <a:pt x="2653" y="691"/>
                  </a:cubicBezTo>
                  <a:cubicBezTo>
                    <a:pt x="5193" y="-706"/>
                    <a:pt x="8368" y="56"/>
                    <a:pt x="9765" y="259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508508" y="445003"/>
              <a:ext cx="12700" cy="147965"/>
            </a:xfrm>
            <a:custGeom>
              <a:avLst/>
              <a:gdLst/>
              <a:ahLst/>
              <a:cxnLst/>
              <a:rect r="r" b="b" t="t" l="l"/>
              <a:pathLst>
                <a:path h="147965" w="12700">
                  <a:moveTo>
                    <a:pt x="10541" y="5212"/>
                  </a:moveTo>
                  <a:lnTo>
                    <a:pt x="12700" y="142626"/>
                  </a:lnTo>
                  <a:cubicBezTo>
                    <a:pt x="12700" y="145547"/>
                    <a:pt x="10414" y="147833"/>
                    <a:pt x="7493" y="147960"/>
                  </a:cubicBezTo>
                  <a:cubicBezTo>
                    <a:pt x="4572" y="148087"/>
                    <a:pt x="2286" y="145674"/>
                    <a:pt x="2159" y="142753"/>
                  </a:cubicBezTo>
                  <a:lnTo>
                    <a:pt x="0" y="5339"/>
                  </a:lnTo>
                  <a:cubicBezTo>
                    <a:pt x="0" y="2418"/>
                    <a:pt x="2286" y="132"/>
                    <a:pt x="5207" y="5"/>
                  </a:cubicBezTo>
                  <a:cubicBezTo>
                    <a:pt x="8128" y="-122"/>
                    <a:pt x="10414" y="2291"/>
                    <a:pt x="10541" y="52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02590" y="604012"/>
              <a:ext cx="187198" cy="10414"/>
            </a:xfrm>
            <a:custGeom>
              <a:avLst/>
              <a:gdLst/>
              <a:ahLst/>
              <a:cxnLst/>
              <a:rect r="r" b="b" t="t" l="l"/>
              <a:pathLst>
                <a:path h="10414" w="187198">
                  <a:moveTo>
                    <a:pt x="5207" y="0"/>
                  </a:moveTo>
                  <a:lnTo>
                    <a:pt x="181991" y="0"/>
                  </a:lnTo>
                  <a:cubicBezTo>
                    <a:pt x="184912" y="0"/>
                    <a:pt x="187198" y="2286"/>
                    <a:pt x="187198" y="5207"/>
                  </a:cubicBezTo>
                  <a:cubicBezTo>
                    <a:pt x="187198" y="8128"/>
                    <a:pt x="184912" y="10414"/>
                    <a:pt x="181991" y="10414"/>
                  </a:cubicBezTo>
                  <a:lnTo>
                    <a:pt x="5207" y="10414"/>
                  </a:lnTo>
                  <a:cubicBezTo>
                    <a:pt x="2286" y="10414"/>
                    <a:pt x="0" y="8128"/>
                    <a:pt x="0" y="5207"/>
                  </a:cubicBezTo>
                  <a:cubicBezTo>
                    <a:pt x="0" y="2286"/>
                    <a:pt x="2286" y="0"/>
                    <a:pt x="520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02107" y="389001"/>
              <a:ext cx="10414" cy="192786"/>
            </a:xfrm>
            <a:custGeom>
              <a:avLst/>
              <a:gdLst/>
              <a:ahLst/>
              <a:cxnLst/>
              <a:rect r="r" b="b" t="t" l="l"/>
              <a:pathLst>
                <a:path h="192786" w="10414">
                  <a:moveTo>
                    <a:pt x="0" y="187579"/>
                  </a:moveTo>
                  <a:lnTo>
                    <a:pt x="0" y="5207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414" y="2286"/>
                    <a:pt x="10414" y="5207"/>
                  </a:cubicBezTo>
                  <a:lnTo>
                    <a:pt x="10414" y="187579"/>
                  </a:lnTo>
                  <a:cubicBezTo>
                    <a:pt x="10414" y="190500"/>
                    <a:pt x="8128" y="192786"/>
                    <a:pt x="5207" y="192786"/>
                  </a:cubicBezTo>
                  <a:cubicBezTo>
                    <a:pt x="2286" y="192786"/>
                    <a:pt x="0" y="190500"/>
                    <a:pt x="0" y="18757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72613" y="2926989"/>
            <a:ext cx="7722752" cy="46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5391" spc="5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Valuation Band Analysis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75344" y="3691187"/>
            <a:ext cx="72569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2613" y="3910262"/>
            <a:ext cx="6837701" cy="37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Understanding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the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financial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scope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of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the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acquisition.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6514" y="6580741"/>
            <a:ext cx="7531904" cy="8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Using multiples of 15x, 20x, and 25x based on Annualized Profit.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54852" y="6580741"/>
            <a:ext cx="6513326" cy="8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Applying multiples of 2x, 3x, and 4x to Annualized Revenue.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46514" y="5995824"/>
            <a:ext cx="1925632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P/E Method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54852" y="5995824"/>
            <a:ext cx="2774589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EV/Sales Method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163" y="2561479"/>
            <a:ext cx="16545658" cy="5817860"/>
          </a:xfrm>
          <a:custGeom>
            <a:avLst/>
            <a:gdLst/>
            <a:ahLst/>
            <a:cxnLst/>
            <a:rect r="r" b="b" t="t" l="l"/>
            <a:pathLst>
              <a:path h="5817860" w="16545658">
                <a:moveTo>
                  <a:pt x="0" y="0"/>
                </a:moveTo>
                <a:lnTo>
                  <a:pt x="16545659" y="0"/>
                </a:lnTo>
                <a:lnTo>
                  <a:pt x="16545659" y="5817860"/>
                </a:lnTo>
                <a:lnTo>
                  <a:pt x="0" y="5817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613" y="1422042"/>
            <a:ext cx="9277507" cy="72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5391" spc="5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Detailed Valuation Scenarios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94671" y="2544993"/>
            <a:ext cx="1016676" cy="549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₹20 Cr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20x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400 Cr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₹100 Cr 3x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300 Cr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32340" y="2830743"/>
            <a:ext cx="2145316" cy="52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Cons</a:t>
            </a:r>
            <a:r>
              <a:rPr lang="en-US" sz="2695" spc="2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er</a:t>
            </a:r>
            <a:r>
              <a:rPr lang="en-US" sz="2695" spc="2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vative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₹15 Cr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15x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225 Cr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₹75 Cr 2x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150 Cr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94702" y="2830743"/>
            <a:ext cx="1668241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BaseCase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56987" y="2830743"/>
            <a:ext cx="1491225" cy="52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Bull Case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₹25 Cr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25x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625 Cr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₹125 Cr 4x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500 Cr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19318" y="2830743"/>
            <a:ext cx="2501525" cy="52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sz="2695" spc="2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Recommended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₹20 Cr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20x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400 Cr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₹100 Cr 3x ₹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300 Cr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2416" y="3432244"/>
            <a:ext cx="2643771" cy="459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Annualized Profit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P/E Multiple 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P/E Valuation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Annualized Revenue EV/Sales Multiple 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EV/Sales 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567" y="8362466"/>
            <a:ext cx="14302833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Our recommended valuation is based on a balanced approach, considering both profit and revenue multiples.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163" y="6106978"/>
            <a:ext cx="16545658" cy="2652779"/>
            <a:chOff x="0" y="0"/>
            <a:chExt cx="10356850" cy="1660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373" y="63500"/>
              <a:ext cx="10230104" cy="1533652"/>
            </a:xfrm>
            <a:custGeom>
              <a:avLst/>
              <a:gdLst/>
              <a:ahLst/>
              <a:cxnLst/>
              <a:rect r="r" b="b" t="t" l="l"/>
              <a:pathLst>
                <a:path h="1533652" w="10230104">
                  <a:moveTo>
                    <a:pt x="127" y="15120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10208514" y="0"/>
                  </a:lnTo>
                  <a:cubicBezTo>
                    <a:pt x="10211308" y="0"/>
                    <a:pt x="10214102" y="508"/>
                    <a:pt x="10216769" y="1651"/>
                  </a:cubicBezTo>
                  <a:cubicBezTo>
                    <a:pt x="10219436" y="2794"/>
                    <a:pt x="10221722" y="4318"/>
                    <a:pt x="10223754" y="6350"/>
                  </a:cubicBezTo>
                  <a:cubicBezTo>
                    <a:pt x="10225786" y="8382"/>
                    <a:pt x="10227310" y="10668"/>
                    <a:pt x="10228453" y="13335"/>
                  </a:cubicBezTo>
                  <a:cubicBezTo>
                    <a:pt x="10229596" y="16002"/>
                    <a:pt x="10230104" y="18669"/>
                    <a:pt x="10230104" y="21590"/>
                  </a:cubicBezTo>
                  <a:lnTo>
                    <a:pt x="10230104" y="1512062"/>
                  </a:lnTo>
                  <a:cubicBezTo>
                    <a:pt x="10230104" y="1514856"/>
                    <a:pt x="10229596" y="1517650"/>
                    <a:pt x="10228453" y="1520317"/>
                  </a:cubicBezTo>
                  <a:cubicBezTo>
                    <a:pt x="10227310" y="1522984"/>
                    <a:pt x="10225786" y="1525270"/>
                    <a:pt x="10223754" y="1527302"/>
                  </a:cubicBezTo>
                  <a:cubicBezTo>
                    <a:pt x="10221722" y="1529334"/>
                    <a:pt x="10219436" y="1530858"/>
                    <a:pt x="10216769" y="1532001"/>
                  </a:cubicBezTo>
                  <a:cubicBezTo>
                    <a:pt x="10214102" y="1533144"/>
                    <a:pt x="10211435" y="1533652"/>
                    <a:pt x="10208514" y="1533652"/>
                  </a:cubicBezTo>
                  <a:lnTo>
                    <a:pt x="21590" y="1533652"/>
                  </a:lnTo>
                  <a:cubicBezTo>
                    <a:pt x="18796" y="1533652"/>
                    <a:pt x="16002" y="1533144"/>
                    <a:pt x="13335" y="1532001"/>
                  </a:cubicBezTo>
                  <a:cubicBezTo>
                    <a:pt x="10668" y="1530858"/>
                    <a:pt x="8382" y="1529334"/>
                    <a:pt x="6350" y="1527302"/>
                  </a:cubicBezTo>
                  <a:cubicBezTo>
                    <a:pt x="4318" y="1525270"/>
                    <a:pt x="2794" y="1522984"/>
                    <a:pt x="1651" y="1520317"/>
                  </a:cubicBezTo>
                  <a:cubicBezTo>
                    <a:pt x="508" y="1517650"/>
                    <a:pt x="0" y="1514983"/>
                    <a:pt x="0" y="1512062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373" y="63500"/>
              <a:ext cx="3410077" cy="1533525"/>
            </a:xfrm>
            <a:custGeom>
              <a:avLst/>
              <a:gdLst/>
              <a:ahLst/>
              <a:cxnLst/>
              <a:rect r="r" b="b" t="t" l="l"/>
              <a:pathLst>
                <a:path h="1533525" w="3410077">
                  <a:moveTo>
                    <a:pt x="127" y="15120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3410077" y="0"/>
                  </a:lnTo>
                  <a:lnTo>
                    <a:pt x="3410077" y="1533525"/>
                  </a:lnTo>
                  <a:lnTo>
                    <a:pt x="21590" y="1533525"/>
                  </a:lnTo>
                  <a:cubicBezTo>
                    <a:pt x="18796" y="1533525"/>
                    <a:pt x="16002" y="1533017"/>
                    <a:pt x="13335" y="1531874"/>
                  </a:cubicBezTo>
                  <a:cubicBezTo>
                    <a:pt x="10668" y="1530731"/>
                    <a:pt x="8382" y="1529207"/>
                    <a:pt x="6350" y="1527175"/>
                  </a:cubicBezTo>
                  <a:cubicBezTo>
                    <a:pt x="4318" y="1525143"/>
                    <a:pt x="2794" y="1522857"/>
                    <a:pt x="1651" y="1520190"/>
                  </a:cubicBezTo>
                  <a:cubicBezTo>
                    <a:pt x="508" y="1517523"/>
                    <a:pt x="0" y="1514856"/>
                    <a:pt x="0" y="1511935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473450" y="63500"/>
              <a:ext cx="3409950" cy="1533525"/>
            </a:xfrm>
            <a:custGeom>
              <a:avLst/>
              <a:gdLst/>
              <a:ahLst/>
              <a:cxnLst/>
              <a:rect r="r" b="b" t="t" l="l"/>
              <a:pathLst>
                <a:path h="1533525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533525"/>
                  </a:lnTo>
                  <a:lnTo>
                    <a:pt x="0" y="1533525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473450" y="63500"/>
              <a:ext cx="19050" cy="1533525"/>
            </a:xfrm>
            <a:custGeom>
              <a:avLst/>
              <a:gdLst/>
              <a:ahLst/>
              <a:cxnLst/>
              <a:rect r="r" b="b" t="t" l="l"/>
              <a:pathLst>
                <a:path h="1533525" w="19050">
                  <a:moveTo>
                    <a:pt x="0" y="15240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524000"/>
                  </a:lnTo>
                  <a:cubicBezTo>
                    <a:pt x="19050" y="1526667"/>
                    <a:pt x="18161" y="1528826"/>
                    <a:pt x="16256" y="1530731"/>
                  </a:cubicBezTo>
                  <a:cubicBezTo>
                    <a:pt x="14351" y="1532636"/>
                    <a:pt x="12192" y="1533525"/>
                    <a:pt x="9525" y="1533525"/>
                  </a:cubicBezTo>
                  <a:cubicBezTo>
                    <a:pt x="6858" y="1533525"/>
                    <a:pt x="4699" y="1532636"/>
                    <a:pt x="2794" y="1530731"/>
                  </a:cubicBezTo>
                  <a:cubicBezTo>
                    <a:pt x="889" y="1528826"/>
                    <a:pt x="0" y="1526667"/>
                    <a:pt x="0" y="152400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883400" y="63500"/>
              <a:ext cx="3410077" cy="1533652"/>
            </a:xfrm>
            <a:custGeom>
              <a:avLst/>
              <a:gdLst/>
              <a:ahLst/>
              <a:cxnLst/>
              <a:rect r="r" b="b" t="t" l="l"/>
              <a:pathLst>
                <a:path h="1533652" w="3410077">
                  <a:moveTo>
                    <a:pt x="0" y="1533525"/>
                  </a:moveTo>
                  <a:lnTo>
                    <a:pt x="0" y="0"/>
                  </a:lnTo>
                  <a:lnTo>
                    <a:pt x="3388487" y="0"/>
                  </a:lnTo>
                  <a:cubicBezTo>
                    <a:pt x="3391281" y="0"/>
                    <a:pt x="3394075" y="508"/>
                    <a:pt x="3396742" y="1651"/>
                  </a:cubicBezTo>
                  <a:cubicBezTo>
                    <a:pt x="3399409" y="2794"/>
                    <a:pt x="3401695" y="4318"/>
                    <a:pt x="3403727" y="6350"/>
                  </a:cubicBezTo>
                  <a:cubicBezTo>
                    <a:pt x="3405759" y="8382"/>
                    <a:pt x="3407283" y="10668"/>
                    <a:pt x="3408426" y="13335"/>
                  </a:cubicBezTo>
                  <a:cubicBezTo>
                    <a:pt x="3409569" y="16002"/>
                    <a:pt x="3410077" y="18669"/>
                    <a:pt x="3410077" y="21590"/>
                  </a:cubicBezTo>
                  <a:lnTo>
                    <a:pt x="3410077" y="1512062"/>
                  </a:lnTo>
                  <a:cubicBezTo>
                    <a:pt x="3410077" y="1514856"/>
                    <a:pt x="3409569" y="1517650"/>
                    <a:pt x="3408426" y="1520317"/>
                  </a:cubicBezTo>
                  <a:cubicBezTo>
                    <a:pt x="3407283" y="1522984"/>
                    <a:pt x="3405759" y="1525270"/>
                    <a:pt x="3403727" y="1527302"/>
                  </a:cubicBezTo>
                  <a:cubicBezTo>
                    <a:pt x="3401695" y="1529334"/>
                    <a:pt x="3399409" y="1530858"/>
                    <a:pt x="3396742" y="1532001"/>
                  </a:cubicBezTo>
                  <a:cubicBezTo>
                    <a:pt x="3394075" y="1533144"/>
                    <a:pt x="3391408" y="1533652"/>
                    <a:pt x="3388487" y="1533652"/>
                  </a:cubicBezTo>
                  <a:lnTo>
                    <a:pt x="0" y="1533652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883400" y="63500"/>
              <a:ext cx="19050" cy="1533525"/>
            </a:xfrm>
            <a:custGeom>
              <a:avLst/>
              <a:gdLst/>
              <a:ahLst/>
              <a:cxnLst/>
              <a:rect r="r" b="b" t="t" l="l"/>
              <a:pathLst>
                <a:path h="1533525" w="19050">
                  <a:moveTo>
                    <a:pt x="0" y="15240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524000"/>
                  </a:lnTo>
                  <a:cubicBezTo>
                    <a:pt x="19050" y="1526667"/>
                    <a:pt x="18161" y="1528826"/>
                    <a:pt x="16256" y="1530731"/>
                  </a:cubicBezTo>
                  <a:cubicBezTo>
                    <a:pt x="14351" y="1532636"/>
                    <a:pt x="12192" y="1533525"/>
                    <a:pt x="9525" y="1533525"/>
                  </a:cubicBezTo>
                  <a:cubicBezTo>
                    <a:pt x="6858" y="1533525"/>
                    <a:pt x="4699" y="1532636"/>
                    <a:pt x="2794" y="1530731"/>
                  </a:cubicBezTo>
                  <a:cubicBezTo>
                    <a:pt x="889" y="1528826"/>
                    <a:pt x="0" y="1526667"/>
                    <a:pt x="0" y="1524000"/>
                  </a:cubicBezTo>
                  <a:close/>
                </a:path>
              </a:pathLst>
            </a:custGeom>
            <a:solidFill>
              <a:srgbClr val="57575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72613" y="1577694"/>
            <a:ext cx="10775670" cy="308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5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Recommended Acquisition Value</a:t>
            </a:r>
          </a:p>
          <a:p>
            <a:pPr algn="l">
              <a:lnSpc>
                <a:spcPts val="7548"/>
              </a:lnSpc>
            </a:pPr>
          </a:p>
          <a:p>
            <a:pPr algn="l">
              <a:lnSpc>
                <a:spcPts val="5391"/>
              </a:lnSpc>
            </a:pPr>
            <a:r>
              <a:rPr lang="en-US" sz="10783" spc="118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₹350 Cr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1123" y="4802009"/>
            <a:ext cx="72569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6514" y="7046768"/>
            <a:ext cx="4772059" cy="83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Reflects a blend of P/E and EV/Sales, ensuring a robust valuation.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4106" y="7046768"/>
            <a:ext cx="4733257" cy="83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Accounts for projected revenue and profit increases post-acquisition.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41697" y="7037243"/>
            <a:ext cx="4362942" cy="128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Supports our long-term strategic objectives and market expansion plans.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613" y="4982984"/>
            <a:ext cx="15849980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Thisvaluationstrikesabalancebetweengrowth potential and current financial performance, offering a fair and attractive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613" y="5424269"/>
            <a:ext cx="3683089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proposition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for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both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parties.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6514" y="6452326"/>
            <a:ext cx="2801127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Fair Market Value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4106" y="6452326"/>
            <a:ext cx="2753986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Growth Potential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1697" y="6452326"/>
            <a:ext cx="3275722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Strategic Alignment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613" y="4428070"/>
            <a:ext cx="5264990" cy="821704"/>
            <a:chOff x="0" y="0"/>
            <a:chExt cx="3295650" cy="514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5523" cy="514096"/>
            </a:xfrm>
            <a:custGeom>
              <a:avLst/>
              <a:gdLst/>
              <a:ahLst/>
              <a:cxnLst/>
              <a:rect r="r" b="b" t="t" l="l"/>
              <a:pathLst>
                <a:path h="514096" w="3295523">
                  <a:moveTo>
                    <a:pt x="0" y="257175"/>
                  </a:moveTo>
                  <a:cubicBezTo>
                    <a:pt x="0" y="248793"/>
                    <a:pt x="381" y="240411"/>
                    <a:pt x="1270" y="232029"/>
                  </a:cubicBezTo>
                  <a:cubicBezTo>
                    <a:pt x="2159" y="223647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3086" y="100584"/>
                    <a:pt x="58420" y="93980"/>
                  </a:cubicBezTo>
                  <a:cubicBezTo>
                    <a:pt x="63754" y="87376"/>
                    <a:pt x="69469" y="81280"/>
                    <a:pt x="75311" y="75311"/>
                  </a:cubicBezTo>
                  <a:cubicBezTo>
                    <a:pt x="81153" y="69342"/>
                    <a:pt x="87503" y="63754"/>
                    <a:pt x="93980" y="58420"/>
                  </a:cubicBezTo>
                  <a:cubicBezTo>
                    <a:pt x="100457" y="53086"/>
                    <a:pt x="107315" y="48006"/>
                    <a:pt x="114300" y="43307"/>
                  </a:cubicBezTo>
                  <a:cubicBezTo>
                    <a:pt x="121285" y="38608"/>
                    <a:pt x="128524" y="34290"/>
                    <a:pt x="135890" y="30353"/>
                  </a:cubicBezTo>
                  <a:cubicBezTo>
                    <a:pt x="143256" y="26416"/>
                    <a:pt x="150876" y="22733"/>
                    <a:pt x="158750" y="19558"/>
                  </a:cubicBezTo>
                  <a:cubicBezTo>
                    <a:pt x="166624" y="16383"/>
                    <a:pt x="174498" y="13462"/>
                    <a:pt x="182499" y="11049"/>
                  </a:cubicBezTo>
                  <a:cubicBezTo>
                    <a:pt x="190500" y="8636"/>
                    <a:pt x="198755" y="6604"/>
                    <a:pt x="207010" y="4953"/>
                  </a:cubicBezTo>
                  <a:cubicBezTo>
                    <a:pt x="215265" y="3302"/>
                    <a:pt x="223647" y="2032"/>
                    <a:pt x="232029" y="1270"/>
                  </a:cubicBezTo>
                  <a:cubicBezTo>
                    <a:pt x="240411" y="508"/>
                    <a:pt x="248793" y="0"/>
                    <a:pt x="257175" y="0"/>
                  </a:cubicBezTo>
                  <a:lnTo>
                    <a:pt x="3038475" y="0"/>
                  </a:lnTo>
                  <a:cubicBezTo>
                    <a:pt x="3046857" y="0"/>
                    <a:pt x="3055239" y="381"/>
                    <a:pt x="3063621" y="1270"/>
                  </a:cubicBezTo>
                  <a:cubicBezTo>
                    <a:pt x="3072003" y="2159"/>
                    <a:pt x="3080385" y="3302"/>
                    <a:pt x="3088640" y="4953"/>
                  </a:cubicBezTo>
                  <a:cubicBezTo>
                    <a:pt x="3096895" y="6604"/>
                    <a:pt x="3105023" y="8636"/>
                    <a:pt x="3113151" y="11049"/>
                  </a:cubicBezTo>
                  <a:cubicBezTo>
                    <a:pt x="3121279" y="13462"/>
                    <a:pt x="3129153" y="16383"/>
                    <a:pt x="3136900" y="19558"/>
                  </a:cubicBezTo>
                  <a:cubicBezTo>
                    <a:pt x="3144647" y="22733"/>
                    <a:pt x="3152267" y="26416"/>
                    <a:pt x="3159760" y="30353"/>
                  </a:cubicBezTo>
                  <a:cubicBezTo>
                    <a:pt x="3167253" y="34290"/>
                    <a:pt x="3174365" y="38608"/>
                    <a:pt x="3181350" y="43307"/>
                  </a:cubicBezTo>
                  <a:cubicBezTo>
                    <a:pt x="3188335" y="48006"/>
                    <a:pt x="3195066" y="52959"/>
                    <a:pt x="3201670" y="58293"/>
                  </a:cubicBezTo>
                  <a:cubicBezTo>
                    <a:pt x="3208274" y="63627"/>
                    <a:pt x="3214370" y="69342"/>
                    <a:pt x="3220339" y="75184"/>
                  </a:cubicBezTo>
                  <a:cubicBezTo>
                    <a:pt x="3226308" y="81026"/>
                    <a:pt x="3231896" y="87376"/>
                    <a:pt x="3237230" y="93853"/>
                  </a:cubicBezTo>
                  <a:cubicBezTo>
                    <a:pt x="3242564" y="100330"/>
                    <a:pt x="3247644" y="107061"/>
                    <a:pt x="3252216" y="114173"/>
                  </a:cubicBezTo>
                  <a:cubicBezTo>
                    <a:pt x="3256788" y="121285"/>
                    <a:pt x="3261233" y="128397"/>
                    <a:pt x="3265170" y="135763"/>
                  </a:cubicBezTo>
                  <a:cubicBezTo>
                    <a:pt x="3269107" y="143129"/>
                    <a:pt x="3272790" y="150749"/>
                    <a:pt x="3275965" y="158623"/>
                  </a:cubicBezTo>
                  <a:cubicBezTo>
                    <a:pt x="3279140" y="166497"/>
                    <a:pt x="3282061" y="174371"/>
                    <a:pt x="3284474" y="182372"/>
                  </a:cubicBezTo>
                  <a:cubicBezTo>
                    <a:pt x="3286887" y="190373"/>
                    <a:pt x="3288919" y="198628"/>
                    <a:pt x="3290570" y="206883"/>
                  </a:cubicBezTo>
                  <a:cubicBezTo>
                    <a:pt x="3292221" y="215138"/>
                    <a:pt x="3293491" y="223520"/>
                    <a:pt x="3294253" y="231902"/>
                  </a:cubicBezTo>
                  <a:cubicBezTo>
                    <a:pt x="3295015" y="240284"/>
                    <a:pt x="3295523" y="248666"/>
                    <a:pt x="3295523" y="257048"/>
                  </a:cubicBezTo>
                  <a:cubicBezTo>
                    <a:pt x="3295523" y="265430"/>
                    <a:pt x="3295142" y="273812"/>
                    <a:pt x="3294253" y="282194"/>
                  </a:cubicBezTo>
                  <a:cubicBezTo>
                    <a:pt x="3293364" y="290576"/>
                    <a:pt x="3292221" y="298958"/>
                    <a:pt x="3290570" y="307213"/>
                  </a:cubicBezTo>
                  <a:cubicBezTo>
                    <a:pt x="3288919" y="315468"/>
                    <a:pt x="3286887" y="323596"/>
                    <a:pt x="3284474" y="331724"/>
                  </a:cubicBezTo>
                  <a:cubicBezTo>
                    <a:pt x="3282061" y="339852"/>
                    <a:pt x="3279140" y="347726"/>
                    <a:pt x="3275965" y="355473"/>
                  </a:cubicBezTo>
                  <a:cubicBezTo>
                    <a:pt x="3272790" y="363220"/>
                    <a:pt x="3269107" y="370840"/>
                    <a:pt x="3265170" y="378333"/>
                  </a:cubicBezTo>
                  <a:cubicBezTo>
                    <a:pt x="3261233" y="385826"/>
                    <a:pt x="3256915" y="392938"/>
                    <a:pt x="3252216" y="399923"/>
                  </a:cubicBezTo>
                  <a:cubicBezTo>
                    <a:pt x="3247517" y="406908"/>
                    <a:pt x="3242564" y="413639"/>
                    <a:pt x="3237230" y="420243"/>
                  </a:cubicBezTo>
                  <a:cubicBezTo>
                    <a:pt x="3231896" y="426847"/>
                    <a:pt x="3226181" y="432943"/>
                    <a:pt x="3220339" y="438912"/>
                  </a:cubicBezTo>
                  <a:cubicBezTo>
                    <a:pt x="3214497" y="444881"/>
                    <a:pt x="3208147" y="450469"/>
                    <a:pt x="3201670" y="455803"/>
                  </a:cubicBezTo>
                  <a:cubicBezTo>
                    <a:pt x="3195193" y="461137"/>
                    <a:pt x="3188462" y="466217"/>
                    <a:pt x="3181350" y="470789"/>
                  </a:cubicBezTo>
                  <a:cubicBezTo>
                    <a:pt x="3174238" y="475361"/>
                    <a:pt x="3167126" y="479806"/>
                    <a:pt x="3159760" y="483743"/>
                  </a:cubicBezTo>
                  <a:cubicBezTo>
                    <a:pt x="3152394" y="487680"/>
                    <a:pt x="3144774" y="491363"/>
                    <a:pt x="3136900" y="494538"/>
                  </a:cubicBezTo>
                  <a:cubicBezTo>
                    <a:pt x="3129026" y="497713"/>
                    <a:pt x="3121152" y="500634"/>
                    <a:pt x="3113151" y="503047"/>
                  </a:cubicBezTo>
                  <a:cubicBezTo>
                    <a:pt x="3105150" y="505460"/>
                    <a:pt x="3096895" y="507492"/>
                    <a:pt x="3088640" y="509143"/>
                  </a:cubicBezTo>
                  <a:cubicBezTo>
                    <a:pt x="3080385" y="510794"/>
                    <a:pt x="3072003" y="512064"/>
                    <a:pt x="3063621" y="512826"/>
                  </a:cubicBezTo>
                  <a:cubicBezTo>
                    <a:pt x="3055239" y="513588"/>
                    <a:pt x="3046857" y="514096"/>
                    <a:pt x="3038475" y="514096"/>
                  </a:cubicBezTo>
                  <a:lnTo>
                    <a:pt x="257175" y="514096"/>
                  </a:lnTo>
                  <a:cubicBezTo>
                    <a:pt x="248793" y="514096"/>
                    <a:pt x="240411" y="513715"/>
                    <a:pt x="232029" y="512826"/>
                  </a:cubicBezTo>
                  <a:cubicBezTo>
                    <a:pt x="223647" y="511937"/>
                    <a:pt x="215265" y="510794"/>
                    <a:pt x="207010" y="509143"/>
                  </a:cubicBezTo>
                  <a:cubicBezTo>
                    <a:pt x="198755" y="507492"/>
                    <a:pt x="190627" y="505460"/>
                    <a:pt x="182499" y="503047"/>
                  </a:cubicBezTo>
                  <a:cubicBezTo>
                    <a:pt x="174371" y="500634"/>
                    <a:pt x="166497" y="497713"/>
                    <a:pt x="158750" y="494538"/>
                  </a:cubicBezTo>
                  <a:cubicBezTo>
                    <a:pt x="151003" y="491363"/>
                    <a:pt x="143383" y="487680"/>
                    <a:pt x="135890" y="483743"/>
                  </a:cubicBezTo>
                  <a:cubicBezTo>
                    <a:pt x="128397" y="479806"/>
                    <a:pt x="121285" y="475488"/>
                    <a:pt x="114300" y="470789"/>
                  </a:cubicBezTo>
                  <a:cubicBezTo>
                    <a:pt x="107315" y="466090"/>
                    <a:pt x="100584" y="461137"/>
                    <a:pt x="93980" y="455803"/>
                  </a:cubicBezTo>
                  <a:cubicBezTo>
                    <a:pt x="87376" y="450469"/>
                    <a:pt x="81280" y="444754"/>
                    <a:pt x="75311" y="438912"/>
                  </a:cubicBezTo>
                  <a:cubicBezTo>
                    <a:pt x="69342" y="433070"/>
                    <a:pt x="63754" y="426720"/>
                    <a:pt x="58420" y="420243"/>
                  </a:cubicBezTo>
                  <a:cubicBezTo>
                    <a:pt x="53086" y="413766"/>
                    <a:pt x="48006" y="407035"/>
                    <a:pt x="43434" y="399923"/>
                  </a:cubicBezTo>
                  <a:cubicBezTo>
                    <a:pt x="38862" y="392811"/>
                    <a:pt x="34417" y="385699"/>
                    <a:pt x="30480" y="378333"/>
                  </a:cubicBezTo>
                  <a:cubicBezTo>
                    <a:pt x="26543" y="370967"/>
                    <a:pt x="22860" y="363347"/>
                    <a:pt x="19685" y="355473"/>
                  </a:cubicBezTo>
                  <a:cubicBezTo>
                    <a:pt x="16510" y="347599"/>
                    <a:pt x="13589" y="339725"/>
                    <a:pt x="11176" y="331724"/>
                  </a:cubicBezTo>
                  <a:cubicBezTo>
                    <a:pt x="8763" y="323723"/>
                    <a:pt x="6604" y="315595"/>
                    <a:pt x="4953" y="307340"/>
                  </a:cubicBezTo>
                  <a:cubicBezTo>
                    <a:pt x="3302" y="299085"/>
                    <a:pt x="2032" y="290703"/>
                    <a:pt x="1270" y="282321"/>
                  </a:cubicBezTo>
                  <a:cubicBezTo>
                    <a:pt x="508" y="273939"/>
                    <a:pt x="0" y="265557"/>
                    <a:pt x="0" y="257175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11505" y="4428070"/>
            <a:ext cx="5264990" cy="821704"/>
            <a:chOff x="0" y="0"/>
            <a:chExt cx="3295650" cy="514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5523" cy="514096"/>
            </a:xfrm>
            <a:custGeom>
              <a:avLst/>
              <a:gdLst/>
              <a:ahLst/>
              <a:cxnLst/>
              <a:rect r="r" b="b" t="t" l="l"/>
              <a:pathLst>
                <a:path h="514096" w="3295523">
                  <a:moveTo>
                    <a:pt x="0" y="257175"/>
                  </a:moveTo>
                  <a:cubicBezTo>
                    <a:pt x="0" y="248793"/>
                    <a:pt x="381" y="240411"/>
                    <a:pt x="1270" y="232029"/>
                  </a:cubicBezTo>
                  <a:cubicBezTo>
                    <a:pt x="2159" y="223647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3086" y="100584"/>
                    <a:pt x="58420" y="93980"/>
                  </a:cubicBezTo>
                  <a:cubicBezTo>
                    <a:pt x="63754" y="87376"/>
                    <a:pt x="69469" y="81280"/>
                    <a:pt x="75311" y="75311"/>
                  </a:cubicBezTo>
                  <a:cubicBezTo>
                    <a:pt x="81153" y="69342"/>
                    <a:pt x="87503" y="63754"/>
                    <a:pt x="93980" y="58420"/>
                  </a:cubicBezTo>
                  <a:cubicBezTo>
                    <a:pt x="100457" y="53086"/>
                    <a:pt x="107315" y="48006"/>
                    <a:pt x="114300" y="43307"/>
                  </a:cubicBezTo>
                  <a:cubicBezTo>
                    <a:pt x="121285" y="38608"/>
                    <a:pt x="128524" y="34290"/>
                    <a:pt x="135890" y="30353"/>
                  </a:cubicBezTo>
                  <a:cubicBezTo>
                    <a:pt x="143256" y="26416"/>
                    <a:pt x="150876" y="22733"/>
                    <a:pt x="158750" y="19558"/>
                  </a:cubicBezTo>
                  <a:cubicBezTo>
                    <a:pt x="166624" y="16383"/>
                    <a:pt x="174498" y="13462"/>
                    <a:pt x="182499" y="11049"/>
                  </a:cubicBezTo>
                  <a:cubicBezTo>
                    <a:pt x="190500" y="8636"/>
                    <a:pt x="198755" y="6604"/>
                    <a:pt x="207010" y="4953"/>
                  </a:cubicBezTo>
                  <a:cubicBezTo>
                    <a:pt x="215265" y="3302"/>
                    <a:pt x="223647" y="2032"/>
                    <a:pt x="232029" y="1270"/>
                  </a:cubicBezTo>
                  <a:cubicBezTo>
                    <a:pt x="240411" y="508"/>
                    <a:pt x="248793" y="0"/>
                    <a:pt x="257175" y="0"/>
                  </a:cubicBezTo>
                  <a:lnTo>
                    <a:pt x="3038475" y="0"/>
                  </a:lnTo>
                  <a:cubicBezTo>
                    <a:pt x="3046857" y="0"/>
                    <a:pt x="3055239" y="381"/>
                    <a:pt x="3063621" y="1270"/>
                  </a:cubicBezTo>
                  <a:cubicBezTo>
                    <a:pt x="3072003" y="2159"/>
                    <a:pt x="3080385" y="3302"/>
                    <a:pt x="3088640" y="4953"/>
                  </a:cubicBezTo>
                  <a:cubicBezTo>
                    <a:pt x="3096895" y="6604"/>
                    <a:pt x="3105023" y="8636"/>
                    <a:pt x="3113151" y="11049"/>
                  </a:cubicBezTo>
                  <a:cubicBezTo>
                    <a:pt x="3121279" y="13462"/>
                    <a:pt x="3129153" y="16383"/>
                    <a:pt x="3136900" y="19558"/>
                  </a:cubicBezTo>
                  <a:cubicBezTo>
                    <a:pt x="3144647" y="22733"/>
                    <a:pt x="3152267" y="26416"/>
                    <a:pt x="3159760" y="30353"/>
                  </a:cubicBezTo>
                  <a:cubicBezTo>
                    <a:pt x="3167253" y="34290"/>
                    <a:pt x="3174365" y="38608"/>
                    <a:pt x="3181350" y="43307"/>
                  </a:cubicBezTo>
                  <a:cubicBezTo>
                    <a:pt x="3188335" y="48006"/>
                    <a:pt x="3195066" y="52959"/>
                    <a:pt x="3201670" y="58293"/>
                  </a:cubicBezTo>
                  <a:cubicBezTo>
                    <a:pt x="3208274" y="63627"/>
                    <a:pt x="3214370" y="69342"/>
                    <a:pt x="3220339" y="75184"/>
                  </a:cubicBezTo>
                  <a:cubicBezTo>
                    <a:pt x="3226308" y="81026"/>
                    <a:pt x="3231896" y="87376"/>
                    <a:pt x="3237230" y="93853"/>
                  </a:cubicBezTo>
                  <a:cubicBezTo>
                    <a:pt x="3242564" y="100330"/>
                    <a:pt x="3247644" y="107061"/>
                    <a:pt x="3252216" y="114173"/>
                  </a:cubicBezTo>
                  <a:cubicBezTo>
                    <a:pt x="3256788" y="121285"/>
                    <a:pt x="3261233" y="128397"/>
                    <a:pt x="3265170" y="135763"/>
                  </a:cubicBezTo>
                  <a:cubicBezTo>
                    <a:pt x="3269107" y="143129"/>
                    <a:pt x="3272790" y="150749"/>
                    <a:pt x="3275965" y="158623"/>
                  </a:cubicBezTo>
                  <a:cubicBezTo>
                    <a:pt x="3279140" y="166497"/>
                    <a:pt x="3282061" y="174371"/>
                    <a:pt x="3284474" y="182372"/>
                  </a:cubicBezTo>
                  <a:cubicBezTo>
                    <a:pt x="3286887" y="190373"/>
                    <a:pt x="3288919" y="198628"/>
                    <a:pt x="3290570" y="206883"/>
                  </a:cubicBezTo>
                  <a:cubicBezTo>
                    <a:pt x="3292221" y="215138"/>
                    <a:pt x="3293491" y="223520"/>
                    <a:pt x="3294253" y="231902"/>
                  </a:cubicBezTo>
                  <a:cubicBezTo>
                    <a:pt x="3295015" y="240284"/>
                    <a:pt x="3295523" y="248666"/>
                    <a:pt x="3295523" y="257048"/>
                  </a:cubicBezTo>
                  <a:cubicBezTo>
                    <a:pt x="3295523" y="265430"/>
                    <a:pt x="3295142" y="273812"/>
                    <a:pt x="3294253" y="282194"/>
                  </a:cubicBezTo>
                  <a:cubicBezTo>
                    <a:pt x="3293364" y="290576"/>
                    <a:pt x="3292221" y="298958"/>
                    <a:pt x="3290570" y="307213"/>
                  </a:cubicBezTo>
                  <a:cubicBezTo>
                    <a:pt x="3288919" y="315468"/>
                    <a:pt x="3286887" y="323596"/>
                    <a:pt x="3284474" y="331724"/>
                  </a:cubicBezTo>
                  <a:cubicBezTo>
                    <a:pt x="3282061" y="339852"/>
                    <a:pt x="3279140" y="347726"/>
                    <a:pt x="3275965" y="355473"/>
                  </a:cubicBezTo>
                  <a:cubicBezTo>
                    <a:pt x="3272790" y="363220"/>
                    <a:pt x="3269107" y="370840"/>
                    <a:pt x="3265170" y="378333"/>
                  </a:cubicBezTo>
                  <a:cubicBezTo>
                    <a:pt x="3261233" y="385826"/>
                    <a:pt x="3256915" y="392938"/>
                    <a:pt x="3252216" y="399923"/>
                  </a:cubicBezTo>
                  <a:cubicBezTo>
                    <a:pt x="3247517" y="406908"/>
                    <a:pt x="3242564" y="413639"/>
                    <a:pt x="3237230" y="420243"/>
                  </a:cubicBezTo>
                  <a:cubicBezTo>
                    <a:pt x="3231896" y="426847"/>
                    <a:pt x="3226181" y="432943"/>
                    <a:pt x="3220339" y="438912"/>
                  </a:cubicBezTo>
                  <a:cubicBezTo>
                    <a:pt x="3214497" y="444881"/>
                    <a:pt x="3208147" y="450469"/>
                    <a:pt x="3201670" y="455803"/>
                  </a:cubicBezTo>
                  <a:cubicBezTo>
                    <a:pt x="3195193" y="461137"/>
                    <a:pt x="3188462" y="466217"/>
                    <a:pt x="3181350" y="470789"/>
                  </a:cubicBezTo>
                  <a:cubicBezTo>
                    <a:pt x="3174238" y="475361"/>
                    <a:pt x="3167126" y="479806"/>
                    <a:pt x="3159760" y="483743"/>
                  </a:cubicBezTo>
                  <a:cubicBezTo>
                    <a:pt x="3152394" y="487680"/>
                    <a:pt x="3144774" y="491363"/>
                    <a:pt x="3136900" y="494538"/>
                  </a:cubicBezTo>
                  <a:cubicBezTo>
                    <a:pt x="3129026" y="497713"/>
                    <a:pt x="3121152" y="500634"/>
                    <a:pt x="3113151" y="503047"/>
                  </a:cubicBezTo>
                  <a:cubicBezTo>
                    <a:pt x="3105150" y="505460"/>
                    <a:pt x="3096895" y="507492"/>
                    <a:pt x="3088640" y="509143"/>
                  </a:cubicBezTo>
                  <a:cubicBezTo>
                    <a:pt x="3080385" y="510794"/>
                    <a:pt x="3072003" y="512064"/>
                    <a:pt x="3063621" y="512826"/>
                  </a:cubicBezTo>
                  <a:cubicBezTo>
                    <a:pt x="3055239" y="513588"/>
                    <a:pt x="3046857" y="514096"/>
                    <a:pt x="3038475" y="514096"/>
                  </a:cubicBezTo>
                  <a:lnTo>
                    <a:pt x="257175" y="514096"/>
                  </a:lnTo>
                  <a:cubicBezTo>
                    <a:pt x="248793" y="514096"/>
                    <a:pt x="240411" y="513715"/>
                    <a:pt x="232029" y="512826"/>
                  </a:cubicBezTo>
                  <a:cubicBezTo>
                    <a:pt x="223647" y="511937"/>
                    <a:pt x="215265" y="510794"/>
                    <a:pt x="207010" y="509143"/>
                  </a:cubicBezTo>
                  <a:cubicBezTo>
                    <a:pt x="198755" y="507492"/>
                    <a:pt x="190627" y="505460"/>
                    <a:pt x="182499" y="503047"/>
                  </a:cubicBezTo>
                  <a:cubicBezTo>
                    <a:pt x="174371" y="500634"/>
                    <a:pt x="166497" y="497713"/>
                    <a:pt x="158750" y="494538"/>
                  </a:cubicBezTo>
                  <a:cubicBezTo>
                    <a:pt x="151003" y="491363"/>
                    <a:pt x="143383" y="487680"/>
                    <a:pt x="135890" y="483743"/>
                  </a:cubicBezTo>
                  <a:cubicBezTo>
                    <a:pt x="128397" y="479806"/>
                    <a:pt x="121285" y="475488"/>
                    <a:pt x="114300" y="470789"/>
                  </a:cubicBezTo>
                  <a:cubicBezTo>
                    <a:pt x="107315" y="466090"/>
                    <a:pt x="100584" y="461137"/>
                    <a:pt x="93980" y="455803"/>
                  </a:cubicBezTo>
                  <a:cubicBezTo>
                    <a:pt x="87376" y="450469"/>
                    <a:pt x="81280" y="444754"/>
                    <a:pt x="75311" y="438912"/>
                  </a:cubicBezTo>
                  <a:cubicBezTo>
                    <a:pt x="69342" y="433070"/>
                    <a:pt x="63754" y="426720"/>
                    <a:pt x="58420" y="420243"/>
                  </a:cubicBezTo>
                  <a:cubicBezTo>
                    <a:pt x="53086" y="413766"/>
                    <a:pt x="48006" y="407035"/>
                    <a:pt x="43434" y="399923"/>
                  </a:cubicBezTo>
                  <a:cubicBezTo>
                    <a:pt x="38862" y="392811"/>
                    <a:pt x="34417" y="385699"/>
                    <a:pt x="30480" y="378333"/>
                  </a:cubicBezTo>
                  <a:cubicBezTo>
                    <a:pt x="26543" y="370967"/>
                    <a:pt x="22860" y="363347"/>
                    <a:pt x="19685" y="355473"/>
                  </a:cubicBezTo>
                  <a:cubicBezTo>
                    <a:pt x="16510" y="347599"/>
                    <a:pt x="13589" y="339725"/>
                    <a:pt x="11176" y="331724"/>
                  </a:cubicBezTo>
                  <a:cubicBezTo>
                    <a:pt x="8763" y="323723"/>
                    <a:pt x="6604" y="315595"/>
                    <a:pt x="4953" y="307340"/>
                  </a:cubicBezTo>
                  <a:cubicBezTo>
                    <a:pt x="3302" y="299085"/>
                    <a:pt x="2032" y="290703"/>
                    <a:pt x="1270" y="282321"/>
                  </a:cubicBezTo>
                  <a:cubicBezTo>
                    <a:pt x="508" y="273939"/>
                    <a:pt x="0" y="265557"/>
                    <a:pt x="0" y="257175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50396" y="4428070"/>
            <a:ext cx="5264990" cy="821704"/>
            <a:chOff x="0" y="0"/>
            <a:chExt cx="3295650" cy="514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5523" cy="514096"/>
            </a:xfrm>
            <a:custGeom>
              <a:avLst/>
              <a:gdLst/>
              <a:ahLst/>
              <a:cxnLst/>
              <a:rect r="r" b="b" t="t" l="l"/>
              <a:pathLst>
                <a:path h="514096" w="3295523">
                  <a:moveTo>
                    <a:pt x="0" y="257175"/>
                  </a:moveTo>
                  <a:cubicBezTo>
                    <a:pt x="0" y="248793"/>
                    <a:pt x="381" y="240411"/>
                    <a:pt x="1270" y="232029"/>
                  </a:cubicBezTo>
                  <a:cubicBezTo>
                    <a:pt x="2159" y="223647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3086" y="100584"/>
                    <a:pt x="58420" y="93980"/>
                  </a:cubicBezTo>
                  <a:cubicBezTo>
                    <a:pt x="63754" y="87376"/>
                    <a:pt x="69469" y="81280"/>
                    <a:pt x="75311" y="75311"/>
                  </a:cubicBezTo>
                  <a:cubicBezTo>
                    <a:pt x="81153" y="69342"/>
                    <a:pt x="87503" y="63754"/>
                    <a:pt x="93980" y="58420"/>
                  </a:cubicBezTo>
                  <a:cubicBezTo>
                    <a:pt x="100457" y="53086"/>
                    <a:pt x="107315" y="48006"/>
                    <a:pt x="114300" y="43307"/>
                  </a:cubicBezTo>
                  <a:cubicBezTo>
                    <a:pt x="121285" y="38608"/>
                    <a:pt x="128524" y="34290"/>
                    <a:pt x="135890" y="30353"/>
                  </a:cubicBezTo>
                  <a:cubicBezTo>
                    <a:pt x="143256" y="26416"/>
                    <a:pt x="150876" y="22733"/>
                    <a:pt x="158750" y="19558"/>
                  </a:cubicBezTo>
                  <a:cubicBezTo>
                    <a:pt x="166624" y="16383"/>
                    <a:pt x="174498" y="13462"/>
                    <a:pt x="182499" y="11049"/>
                  </a:cubicBezTo>
                  <a:cubicBezTo>
                    <a:pt x="190500" y="8636"/>
                    <a:pt x="198755" y="6604"/>
                    <a:pt x="207010" y="4953"/>
                  </a:cubicBezTo>
                  <a:cubicBezTo>
                    <a:pt x="215265" y="3302"/>
                    <a:pt x="223647" y="2032"/>
                    <a:pt x="232029" y="1270"/>
                  </a:cubicBezTo>
                  <a:cubicBezTo>
                    <a:pt x="240411" y="508"/>
                    <a:pt x="248793" y="0"/>
                    <a:pt x="257175" y="0"/>
                  </a:cubicBezTo>
                  <a:lnTo>
                    <a:pt x="3038475" y="0"/>
                  </a:lnTo>
                  <a:cubicBezTo>
                    <a:pt x="3046857" y="0"/>
                    <a:pt x="3055239" y="381"/>
                    <a:pt x="3063621" y="1270"/>
                  </a:cubicBezTo>
                  <a:cubicBezTo>
                    <a:pt x="3072003" y="2159"/>
                    <a:pt x="3080385" y="3302"/>
                    <a:pt x="3088640" y="4953"/>
                  </a:cubicBezTo>
                  <a:cubicBezTo>
                    <a:pt x="3096895" y="6604"/>
                    <a:pt x="3105023" y="8636"/>
                    <a:pt x="3113151" y="11049"/>
                  </a:cubicBezTo>
                  <a:cubicBezTo>
                    <a:pt x="3121279" y="13462"/>
                    <a:pt x="3129153" y="16383"/>
                    <a:pt x="3136900" y="19558"/>
                  </a:cubicBezTo>
                  <a:cubicBezTo>
                    <a:pt x="3144647" y="22733"/>
                    <a:pt x="3152267" y="26416"/>
                    <a:pt x="3159760" y="30353"/>
                  </a:cubicBezTo>
                  <a:cubicBezTo>
                    <a:pt x="3167253" y="34290"/>
                    <a:pt x="3174365" y="38608"/>
                    <a:pt x="3181350" y="43307"/>
                  </a:cubicBezTo>
                  <a:cubicBezTo>
                    <a:pt x="3188335" y="48006"/>
                    <a:pt x="3195066" y="52959"/>
                    <a:pt x="3201670" y="58293"/>
                  </a:cubicBezTo>
                  <a:cubicBezTo>
                    <a:pt x="3208274" y="63627"/>
                    <a:pt x="3214370" y="69342"/>
                    <a:pt x="3220339" y="75184"/>
                  </a:cubicBezTo>
                  <a:cubicBezTo>
                    <a:pt x="3226308" y="81026"/>
                    <a:pt x="3231896" y="87376"/>
                    <a:pt x="3237230" y="93853"/>
                  </a:cubicBezTo>
                  <a:cubicBezTo>
                    <a:pt x="3242564" y="100330"/>
                    <a:pt x="3247644" y="107061"/>
                    <a:pt x="3252216" y="114173"/>
                  </a:cubicBezTo>
                  <a:cubicBezTo>
                    <a:pt x="3256788" y="121285"/>
                    <a:pt x="3261233" y="128397"/>
                    <a:pt x="3265170" y="135763"/>
                  </a:cubicBezTo>
                  <a:cubicBezTo>
                    <a:pt x="3269107" y="143129"/>
                    <a:pt x="3272790" y="150749"/>
                    <a:pt x="3275965" y="158623"/>
                  </a:cubicBezTo>
                  <a:cubicBezTo>
                    <a:pt x="3279140" y="166497"/>
                    <a:pt x="3282061" y="174371"/>
                    <a:pt x="3284474" y="182372"/>
                  </a:cubicBezTo>
                  <a:cubicBezTo>
                    <a:pt x="3286887" y="190373"/>
                    <a:pt x="3288919" y="198628"/>
                    <a:pt x="3290570" y="206883"/>
                  </a:cubicBezTo>
                  <a:cubicBezTo>
                    <a:pt x="3292221" y="215138"/>
                    <a:pt x="3293491" y="223520"/>
                    <a:pt x="3294253" y="231902"/>
                  </a:cubicBezTo>
                  <a:cubicBezTo>
                    <a:pt x="3295015" y="240284"/>
                    <a:pt x="3295523" y="248666"/>
                    <a:pt x="3295523" y="257048"/>
                  </a:cubicBezTo>
                  <a:cubicBezTo>
                    <a:pt x="3295523" y="265430"/>
                    <a:pt x="3295142" y="273812"/>
                    <a:pt x="3294253" y="282194"/>
                  </a:cubicBezTo>
                  <a:cubicBezTo>
                    <a:pt x="3293364" y="290576"/>
                    <a:pt x="3292221" y="298958"/>
                    <a:pt x="3290570" y="307213"/>
                  </a:cubicBezTo>
                  <a:cubicBezTo>
                    <a:pt x="3288919" y="315468"/>
                    <a:pt x="3286887" y="323596"/>
                    <a:pt x="3284474" y="331724"/>
                  </a:cubicBezTo>
                  <a:cubicBezTo>
                    <a:pt x="3282061" y="339852"/>
                    <a:pt x="3279140" y="347726"/>
                    <a:pt x="3275965" y="355473"/>
                  </a:cubicBezTo>
                  <a:cubicBezTo>
                    <a:pt x="3272790" y="363220"/>
                    <a:pt x="3269107" y="370840"/>
                    <a:pt x="3265170" y="378333"/>
                  </a:cubicBezTo>
                  <a:cubicBezTo>
                    <a:pt x="3261233" y="385826"/>
                    <a:pt x="3256915" y="392938"/>
                    <a:pt x="3252216" y="399923"/>
                  </a:cubicBezTo>
                  <a:cubicBezTo>
                    <a:pt x="3247517" y="406908"/>
                    <a:pt x="3242564" y="413639"/>
                    <a:pt x="3237230" y="420243"/>
                  </a:cubicBezTo>
                  <a:cubicBezTo>
                    <a:pt x="3231896" y="426847"/>
                    <a:pt x="3226181" y="432943"/>
                    <a:pt x="3220339" y="438912"/>
                  </a:cubicBezTo>
                  <a:cubicBezTo>
                    <a:pt x="3214497" y="444881"/>
                    <a:pt x="3208147" y="450469"/>
                    <a:pt x="3201670" y="455803"/>
                  </a:cubicBezTo>
                  <a:cubicBezTo>
                    <a:pt x="3195193" y="461137"/>
                    <a:pt x="3188462" y="466217"/>
                    <a:pt x="3181350" y="470789"/>
                  </a:cubicBezTo>
                  <a:cubicBezTo>
                    <a:pt x="3174238" y="475361"/>
                    <a:pt x="3167126" y="479806"/>
                    <a:pt x="3159760" y="483743"/>
                  </a:cubicBezTo>
                  <a:cubicBezTo>
                    <a:pt x="3152394" y="487680"/>
                    <a:pt x="3144774" y="491363"/>
                    <a:pt x="3136900" y="494538"/>
                  </a:cubicBezTo>
                  <a:cubicBezTo>
                    <a:pt x="3129026" y="497713"/>
                    <a:pt x="3121152" y="500634"/>
                    <a:pt x="3113151" y="503047"/>
                  </a:cubicBezTo>
                  <a:cubicBezTo>
                    <a:pt x="3105150" y="505460"/>
                    <a:pt x="3096895" y="507492"/>
                    <a:pt x="3088640" y="509143"/>
                  </a:cubicBezTo>
                  <a:cubicBezTo>
                    <a:pt x="3080385" y="510794"/>
                    <a:pt x="3072003" y="512064"/>
                    <a:pt x="3063621" y="512826"/>
                  </a:cubicBezTo>
                  <a:cubicBezTo>
                    <a:pt x="3055239" y="513588"/>
                    <a:pt x="3046857" y="514096"/>
                    <a:pt x="3038475" y="514096"/>
                  </a:cubicBezTo>
                  <a:lnTo>
                    <a:pt x="257175" y="514096"/>
                  </a:lnTo>
                  <a:cubicBezTo>
                    <a:pt x="248793" y="514096"/>
                    <a:pt x="240411" y="513715"/>
                    <a:pt x="232029" y="512826"/>
                  </a:cubicBezTo>
                  <a:cubicBezTo>
                    <a:pt x="223647" y="511937"/>
                    <a:pt x="215265" y="510794"/>
                    <a:pt x="207010" y="509143"/>
                  </a:cubicBezTo>
                  <a:cubicBezTo>
                    <a:pt x="198755" y="507492"/>
                    <a:pt x="190627" y="505460"/>
                    <a:pt x="182499" y="503047"/>
                  </a:cubicBezTo>
                  <a:cubicBezTo>
                    <a:pt x="174371" y="500634"/>
                    <a:pt x="166497" y="497713"/>
                    <a:pt x="158750" y="494538"/>
                  </a:cubicBezTo>
                  <a:cubicBezTo>
                    <a:pt x="151003" y="491363"/>
                    <a:pt x="143383" y="487680"/>
                    <a:pt x="135890" y="483743"/>
                  </a:cubicBezTo>
                  <a:cubicBezTo>
                    <a:pt x="128397" y="479806"/>
                    <a:pt x="121285" y="475488"/>
                    <a:pt x="114300" y="470789"/>
                  </a:cubicBezTo>
                  <a:cubicBezTo>
                    <a:pt x="107315" y="466090"/>
                    <a:pt x="100584" y="461137"/>
                    <a:pt x="93980" y="455803"/>
                  </a:cubicBezTo>
                  <a:cubicBezTo>
                    <a:pt x="87376" y="450469"/>
                    <a:pt x="81280" y="444754"/>
                    <a:pt x="75311" y="438912"/>
                  </a:cubicBezTo>
                  <a:cubicBezTo>
                    <a:pt x="69342" y="433070"/>
                    <a:pt x="63754" y="426720"/>
                    <a:pt x="58420" y="420243"/>
                  </a:cubicBezTo>
                  <a:cubicBezTo>
                    <a:pt x="53086" y="413766"/>
                    <a:pt x="48006" y="407035"/>
                    <a:pt x="43434" y="399923"/>
                  </a:cubicBezTo>
                  <a:cubicBezTo>
                    <a:pt x="38862" y="392811"/>
                    <a:pt x="34417" y="385699"/>
                    <a:pt x="30480" y="378333"/>
                  </a:cubicBezTo>
                  <a:cubicBezTo>
                    <a:pt x="26543" y="370967"/>
                    <a:pt x="22860" y="363347"/>
                    <a:pt x="19685" y="355473"/>
                  </a:cubicBezTo>
                  <a:cubicBezTo>
                    <a:pt x="16510" y="347599"/>
                    <a:pt x="13589" y="339725"/>
                    <a:pt x="11176" y="331724"/>
                  </a:cubicBezTo>
                  <a:cubicBezTo>
                    <a:pt x="8763" y="323723"/>
                    <a:pt x="6604" y="315595"/>
                    <a:pt x="4953" y="307340"/>
                  </a:cubicBezTo>
                  <a:cubicBezTo>
                    <a:pt x="3302" y="299085"/>
                    <a:pt x="2032" y="290703"/>
                    <a:pt x="1270" y="282321"/>
                  </a:cubicBezTo>
                  <a:cubicBezTo>
                    <a:pt x="508" y="273939"/>
                    <a:pt x="0" y="265557"/>
                    <a:pt x="0" y="257175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72613" y="2698738"/>
            <a:ext cx="7896664" cy="46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5391" spc="5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Deal Structure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7212" y="3462936"/>
            <a:ext cx="72569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 spc="1725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73090" y="3485427"/>
            <a:ext cx="159806" cy="60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 spc="1725">
                <a:solidFill>
                  <a:srgbClr val="F5F547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₹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9593" y="3462936"/>
            <a:ext cx="72569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 spc="1725">
                <a:solidFill>
                  <a:srgbClr val="F5F547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2613" y="3682011"/>
            <a:ext cx="2171732" cy="37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Total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Deal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Value: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9762" y="3682011"/>
            <a:ext cx="841957" cy="37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F5F547"/>
                </a:solidFill>
                <a:latin typeface="Open Sans 2"/>
                <a:ea typeface="Open Sans 2"/>
                <a:cs typeface="Open Sans 2"/>
                <a:sym typeface="Open Sans 2"/>
              </a:rPr>
              <a:t>350</a:t>
            </a:r>
            <a:r>
              <a:rPr lang="en-US" sz="215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156">
                <a:solidFill>
                  <a:srgbClr val="F5F547"/>
                </a:solidFill>
                <a:latin typeface="Open Sans 2"/>
                <a:ea typeface="Open Sans 2"/>
                <a:cs typeface="Open Sans 2"/>
                <a:sym typeface="Open Sans 2"/>
              </a:rPr>
              <a:t>Cr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6514" y="6078604"/>
            <a:ext cx="3790108" cy="8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₹90 Cr (≤ ₹108 Cr) to provide immediate liquidity.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613" y="7577496"/>
            <a:ext cx="8053975" cy="38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Non-cash component represents </a:t>
            </a:r>
            <a:r>
              <a:rPr lang="en-US" b="true" sz="2156">
                <a:solidFill>
                  <a:srgbClr val="BFBFB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~74%</a:t>
            </a: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of the total deal value.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85406" y="6078604"/>
            <a:ext cx="4187006" cy="8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₹160 Cr, aligning interests and fostering long-term partnership.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24298" y="6078604"/>
            <a:ext cx="4455095" cy="8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₹100 Cr tied to clear performance metrics over 3 years.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24977" y="4540039"/>
            <a:ext cx="163017" cy="56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5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30590" y="4540039"/>
            <a:ext cx="230914" cy="56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5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64247" y="4540039"/>
            <a:ext cx="241809" cy="56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5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6514" y="5493672"/>
            <a:ext cx="2855953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Cash Component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5406" y="5493672"/>
            <a:ext cx="1996162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Equity Swap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24298" y="5493672"/>
            <a:ext cx="3291441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Earn-out Milestones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0730" y="4144019"/>
            <a:ext cx="4022285" cy="3261449"/>
          </a:xfrm>
          <a:custGeom>
            <a:avLst/>
            <a:gdLst/>
            <a:ahLst/>
            <a:cxnLst/>
            <a:rect r="r" b="b" t="t" l="l"/>
            <a:pathLst>
              <a:path h="3261449" w="4022285">
                <a:moveTo>
                  <a:pt x="0" y="0"/>
                </a:moveTo>
                <a:lnTo>
                  <a:pt x="4022285" y="0"/>
                </a:lnTo>
                <a:lnTo>
                  <a:pt x="4022285" y="3261449"/>
                </a:lnTo>
                <a:lnTo>
                  <a:pt x="0" y="3261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03598" y="4144019"/>
            <a:ext cx="4007069" cy="3261449"/>
          </a:xfrm>
          <a:custGeom>
            <a:avLst/>
            <a:gdLst/>
            <a:ahLst/>
            <a:cxnLst/>
            <a:rect r="r" b="b" t="t" l="l"/>
            <a:pathLst>
              <a:path h="3261449" w="4007069">
                <a:moveTo>
                  <a:pt x="0" y="0"/>
                </a:moveTo>
                <a:lnTo>
                  <a:pt x="4007069" y="0"/>
                </a:lnTo>
                <a:lnTo>
                  <a:pt x="4007069" y="3261449"/>
                </a:lnTo>
                <a:lnTo>
                  <a:pt x="0" y="3261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62101" y="4144019"/>
            <a:ext cx="8069937" cy="3017981"/>
          </a:xfrm>
          <a:custGeom>
            <a:avLst/>
            <a:gdLst/>
            <a:ahLst/>
            <a:cxnLst/>
            <a:rect r="r" b="b" t="t" l="l"/>
            <a:pathLst>
              <a:path h="3017981" w="8069937">
                <a:moveTo>
                  <a:pt x="0" y="0"/>
                </a:moveTo>
                <a:lnTo>
                  <a:pt x="8069937" y="0"/>
                </a:lnTo>
                <a:lnTo>
                  <a:pt x="8069937" y="3017981"/>
                </a:lnTo>
                <a:lnTo>
                  <a:pt x="0" y="3017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2613" y="2612432"/>
            <a:ext cx="8457522" cy="92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5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Key Terms and Conditions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8248" y="4519801"/>
            <a:ext cx="3201282" cy="20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Dilution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Anticipated dilution for existing shareholders to be less than 5%.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23752" y="4519801"/>
            <a:ext cx="3078087" cy="243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Founder Lock-in</a:t>
            </a:r>
          </a:p>
          <a:p>
            <a:pPr algn="just">
              <a:lnSpc>
                <a:spcPts val="341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Founders to remain with the company for a minimum of 3 years post-acquisition.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88905" y="4519801"/>
            <a:ext cx="3291441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Earn-out Milestones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6858" y="5144560"/>
            <a:ext cx="4722986" cy="1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Year 1: Achieve 15% revenue growth Year 2: Expand to 2 new markets Year 3: Deliver 20% EBITDA margin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163" y="2744080"/>
            <a:ext cx="5467875" cy="3063631"/>
          </a:xfrm>
          <a:custGeom>
            <a:avLst/>
            <a:gdLst/>
            <a:ahLst/>
            <a:cxnLst/>
            <a:rect r="r" b="b" t="t" l="l"/>
            <a:pathLst>
              <a:path h="3063631" w="5467875">
                <a:moveTo>
                  <a:pt x="0" y="0"/>
                </a:moveTo>
                <a:lnTo>
                  <a:pt x="5467875" y="0"/>
                </a:lnTo>
                <a:lnTo>
                  <a:pt x="5467875" y="3063630"/>
                </a:lnTo>
                <a:lnTo>
                  <a:pt x="0" y="306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163" y="5878727"/>
            <a:ext cx="8237321" cy="3078848"/>
          </a:xfrm>
          <a:custGeom>
            <a:avLst/>
            <a:gdLst/>
            <a:ahLst/>
            <a:cxnLst/>
            <a:rect r="r" b="b" t="t" l="l"/>
            <a:pathLst>
              <a:path h="3078848" w="8237321">
                <a:moveTo>
                  <a:pt x="0" y="0"/>
                </a:moveTo>
                <a:lnTo>
                  <a:pt x="8237321" y="0"/>
                </a:lnTo>
                <a:lnTo>
                  <a:pt x="8237321" y="3078848"/>
                </a:lnTo>
                <a:lnTo>
                  <a:pt x="0" y="3078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10055" y="2744080"/>
            <a:ext cx="5467875" cy="3063631"/>
          </a:xfrm>
          <a:custGeom>
            <a:avLst/>
            <a:gdLst/>
            <a:ahLst/>
            <a:cxnLst/>
            <a:rect r="r" b="b" t="t" l="l"/>
            <a:pathLst>
              <a:path h="3063631" w="5467875">
                <a:moveTo>
                  <a:pt x="0" y="0"/>
                </a:moveTo>
                <a:lnTo>
                  <a:pt x="5467875" y="0"/>
                </a:lnTo>
                <a:lnTo>
                  <a:pt x="5467875" y="3063630"/>
                </a:lnTo>
                <a:lnTo>
                  <a:pt x="0" y="306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48946" y="2744080"/>
            <a:ext cx="5467875" cy="3063631"/>
          </a:xfrm>
          <a:custGeom>
            <a:avLst/>
            <a:gdLst/>
            <a:ahLst/>
            <a:cxnLst/>
            <a:rect r="r" b="b" t="t" l="l"/>
            <a:pathLst>
              <a:path h="3063631" w="5467875">
                <a:moveTo>
                  <a:pt x="0" y="0"/>
                </a:moveTo>
                <a:lnTo>
                  <a:pt x="5467876" y="0"/>
                </a:lnTo>
                <a:lnTo>
                  <a:pt x="5467876" y="3063630"/>
                </a:lnTo>
                <a:lnTo>
                  <a:pt x="0" y="306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79501" y="5878727"/>
            <a:ext cx="8237321" cy="3078848"/>
          </a:xfrm>
          <a:custGeom>
            <a:avLst/>
            <a:gdLst/>
            <a:ahLst/>
            <a:cxnLst/>
            <a:rect r="r" b="b" t="t" l="l"/>
            <a:pathLst>
              <a:path h="3078848" w="8237321">
                <a:moveTo>
                  <a:pt x="0" y="0"/>
                </a:moveTo>
                <a:lnTo>
                  <a:pt x="8237321" y="0"/>
                </a:lnTo>
                <a:lnTo>
                  <a:pt x="8237321" y="3078848"/>
                </a:lnTo>
                <a:lnTo>
                  <a:pt x="0" y="3078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2613" y="1379876"/>
            <a:ext cx="9547801" cy="92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59">
                <a:solidFill>
                  <a:srgbClr val="FEFEFE"/>
                </a:solidFill>
                <a:latin typeface="Open Sans 1"/>
                <a:ea typeface="Open Sans 1"/>
                <a:cs typeface="Open Sans 1"/>
                <a:sym typeface="Open Sans 1"/>
              </a:rPr>
              <a:t>Valuation Formula Reminders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1152" y="3010422"/>
            <a:ext cx="130407" cy="4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8" spc="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9979" y="6160286"/>
            <a:ext cx="203493" cy="4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8" spc="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3415" y="3010422"/>
            <a:ext cx="184731" cy="4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8" spc="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03064" y="6160286"/>
            <a:ext cx="193770" cy="4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8" spc="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88031" y="3010422"/>
            <a:ext cx="193435" cy="4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8" spc="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948" y="7045779"/>
            <a:ext cx="7645892" cy="14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EV/Sales Valuation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Annualized Revenue multiplied by chosen multiple (2x / 3x / 4x).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948" y="3911131"/>
            <a:ext cx="4713840" cy="101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Annualized Profit Calculation</a:t>
            </a: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Quarterly Net Profit multiplied by 4.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5839" y="3911131"/>
            <a:ext cx="4279220" cy="144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P/E Valuation</a:t>
            </a:r>
          </a:p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Annualized Profit multiplied by chosen multiple (15x / 20x / 25x).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5285" y="7045779"/>
            <a:ext cx="6039659" cy="101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Acquisition Premium</a:t>
            </a: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((Deal Value - Market Cap) / Market Cap) * 100.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54731" y="3911131"/>
            <a:ext cx="4052917" cy="101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9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Annualized Revenue</a:t>
            </a: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Quarterly Sales multiplied by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P/E Method</dc:description>
  <dc:identifier>DAHCsb6KkJ4</dc:identifier>
  <dcterms:modified xsi:type="dcterms:W3CDTF">2011-08-01T06:04:30Z</dcterms:modified>
  <cp:revision>1</cp:revision>
  <dc:title>Presentation - P/E Method</dc:title>
</cp:coreProperties>
</file>